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7" r:id="rId4"/>
    <p:sldId id="259" r:id="rId5"/>
    <p:sldId id="260" r:id="rId6"/>
    <p:sldId id="262" r:id="rId7"/>
    <p:sldId id="264" r:id="rId8"/>
    <p:sldId id="265" r:id="rId9"/>
    <p:sldId id="266" r:id="rId10"/>
    <p:sldId id="26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C261D"/>
    <a:srgbClr val="061E3E"/>
    <a:srgbClr val="651E3E"/>
    <a:srgbClr val="0D181E"/>
    <a:srgbClr val="3B7482"/>
    <a:srgbClr val="451E3E"/>
    <a:srgbClr val="491720"/>
    <a:srgbClr val="251E3E"/>
    <a:srgbClr val="0F407B"/>
    <a:srgbClr val="03749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p:scale>
          <a:sx n="75" d="100"/>
          <a:sy n="75" d="100"/>
        </p:scale>
        <p:origin x="756" y="38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8DB58-C652-484C-82F5-772D20435A8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F1947B-B15A-4820-9CD3-6A09244013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4D0D965-6D39-4FC4-A5A4-9B7CAFEE7AC4}"/>
              </a:ext>
            </a:extLst>
          </p:cNvPr>
          <p:cNvSpPr>
            <a:spLocks noGrp="1"/>
          </p:cNvSpPr>
          <p:nvPr>
            <p:ph type="dt" sz="half" idx="10"/>
          </p:nvPr>
        </p:nvSpPr>
        <p:spPr/>
        <p:txBody>
          <a:bodyPr/>
          <a:lstStyle/>
          <a:p>
            <a:fld id="{7CF94613-8CFD-4826-8AD0-529B53F8743B}" type="datetimeFigureOut">
              <a:rPr lang="en-US" smtClean="0"/>
              <a:t>9/19/2020</a:t>
            </a:fld>
            <a:endParaRPr lang="en-US" dirty="0"/>
          </a:p>
        </p:txBody>
      </p:sp>
      <p:sp>
        <p:nvSpPr>
          <p:cNvPr id="5" name="Footer Placeholder 4">
            <a:extLst>
              <a:ext uri="{FF2B5EF4-FFF2-40B4-BE49-F238E27FC236}">
                <a16:creationId xmlns:a16="http://schemas.microsoft.com/office/drawing/2014/main" id="{D7E1C65A-CE08-46F9-A0B9-E9021D647EA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EE6E052-52A9-4A6D-941A-56526331B415}"/>
              </a:ext>
            </a:extLst>
          </p:cNvPr>
          <p:cNvSpPr>
            <a:spLocks noGrp="1"/>
          </p:cNvSpPr>
          <p:nvPr>
            <p:ph type="sldNum" sz="quarter" idx="12"/>
          </p:nvPr>
        </p:nvSpPr>
        <p:spPr/>
        <p:txBody>
          <a:bodyPr/>
          <a:lstStyle/>
          <a:p>
            <a:fld id="{8326DFF5-4F4C-4DBD-9133-560D94223B82}" type="slidenum">
              <a:rPr lang="en-US" smtClean="0"/>
              <a:t>‹#›</a:t>
            </a:fld>
            <a:endParaRPr lang="en-US" dirty="0"/>
          </a:p>
        </p:txBody>
      </p:sp>
    </p:spTree>
    <p:extLst>
      <p:ext uri="{BB962C8B-B14F-4D97-AF65-F5344CB8AC3E}">
        <p14:creationId xmlns:p14="http://schemas.microsoft.com/office/powerpoint/2010/main" val="2762223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010E6-F393-4CCD-B35F-0242AE245F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D04DC6-4FE7-4660-963F-42521C69D1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6F74AE-D413-4D94-B4B3-947CCEED0853}"/>
              </a:ext>
            </a:extLst>
          </p:cNvPr>
          <p:cNvSpPr>
            <a:spLocks noGrp="1"/>
          </p:cNvSpPr>
          <p:nvPr>
            <p:ph type="dt" sz="half" idx="10"/>
          </p:nvPr>
        </p:nvSpPr>
        <p:spPr/>
        <p:txBody>
          <a:bodyPr/>
          <a:lstStyle/>
          <a:p>
            <a:fld id="{7CF94613-8CFD-4826-8AD0-529B53F8743B}" type="datetimeFigureOut">
              <a:rPr lang="en-US" smtClean="0"/>
              <a:t>9/19/2020</a:t>
            </a:fld>
            <a:endParaRPr lang="en-US" dirty="0"/>
          </a:p>
        </p:txBody>
      </p:sp>
      <p:sp>
        <p:nvSpPr>
          <p:cNvPr id="5" name="Footer Placeholder 4">
            <a:extLst>
              <a:ext uri="{FF2B5EF4-FFF2-40B4-BE49-F238E27FC236}">
                <a16:creationId xmlns:a16="http://schemas.microsoft.com/office/drawing/2014/main" id="{4042F2D6-57D6-4B11-A17F-3F958B626A0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10BAD63-E943-4D1D-BF3B-057525631463}"/>
              </a:ext>
            </a:extLst>
          </p:cNvPr>
          <p:cNvSpPr>
            <a:spLocks noGrp="1"/>
          </p:cNvSpPr>
          <p:nvPr>
            <p:ph type="sldNum" sz="quarter" idx="12"/>
          </p:nvPr>
        </p:nvSpPr>
        <p:spPr/>
        <p:txBody>
          <a:bodyPr/>
          <a:lstStyle/>
          <a:p>
            <a:fld id="{8326DFF5-4F4C-4DBD-9133-560D94223B82}" type="slidenum">
              <a:rPr lang="en-US" smtClean="0"/>
              <a:t>‹#›</a:t>
            </a:fld>
            <a:endParaRPr lang="en-US" dirty="0"/>
          </a:p>
        </p:txBody>
      </p:sp>
    </p:spTree>
    <p:extLst>
      <p:ext uri="{BB962C8B-B14F-4D97-AF65-F5344CB8AC3E}">
        <p14:creationId xmlns:p14="http://schemas.microsoft.com/office/powerpoint/2010/main" val="1400248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DC286-858A-4C28-8EB4-01C6161E82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15B0291-E761-432B-B55E-62CC672F003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2F73B1-37A1-4AD3-A10F-B46978E14315}"/>
              </a:ext>
            </a:extLst>
          </p:cNvPr>
          <p:cNvSpPr>
            <a:spLocks noGrp="1"/>
          </p:cNvSpPr>
          <p:nvPr>
            <p:ph type="dt" sz="half" idx="10"/>
          </p:nvPr>
        </p:nvSpPr>
        <p:spPr/>
        <p:txBody>
          <a:bodyPr/>
          <a:lstStyle/>
          <a:p>
            <a:fld id="{7CF94613-8CFD-4826-8AD0-529B53F8743B}" type="datetimeFigureOut">
              <a:rPr lang="en-US" smtClean="0"/>
              <a:t>9/19/2020</a:t>
            </a:fld>
            <a:endParaRPr lang="en-US" dirty="0"/>
          </a:p>
        </p:txBody>
      </p:sp>
      <p:sp>
        <p:nvSpPr>
          <p:cNvPr id="5" name="Footer Placeholder 4">
            <a:extLst>
              <a:ext uri="{FF2B5EF4-FFF2-40B4-BE49-F238E27FC236}">
                <a16:creationId xmlns:a16="http://schemas.microsoft.com/office/drawing/2014/main" id="{8A5EED70-DB2F-4CE2-923F-B7636FC5877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B723B3-CB52-45B2-85A0-C7AD81BF7F17}"/>
              </a:ext>
            </a:extLst>
          </p:cNvPr>
          <p:cNvSpPr>
            <a:spLocks noGrp="1"/>
          </p:cNvSpPr>
          <p:nvPr>
            <p:ph type="sldNum" sz="quarter" idx="12"/>
          </p:nvPr>
        </p:nvSpPr>
        <p:spPr/>
        <p:txBody>
          <a:bodyPr/>
          <a:lstStyle/>
          <a:p>
            <a:fld id="{8326DFF5-4F4C-4DBD-9133-560D94223B82}" type="slidenum">
              <a:rPr lang="en-US" smtClean="0"/>
              <a:t>‹#›</a:t>
            </a:fld>
            <a:endParaRPr lang="en-US" dirty="0"/>
          </a:p>
        </p:txBody>
      </p:sp>
    </p:spTree>
    <p:extLst>
      <p:ext uri="{BB962C8B-B14F-4D97-AF65-F5344CB8AC3E}">
        <p14:creationId xmlns:p14="http://schemas.microsoft.com/office/powerpoint/2010/main" val="1478709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E1934-6498-42E9-A83F-51783AD8E1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EA8BE6-78C6-4200-993A-CB4ACFCB586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334CE6-244D-4272-AD5F-A8FCA45092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9B3D059-A0E7-4990-A162-FD29F618B660}"/>
              </a:ext>
            </a:extLst>
          </p:cNvPr>
          <p:cNvSpPr>
            <a:spLocks noGrp="1"/>
          </p:cNvSpPr>
          <p:nvPr>
            <p:ph type="dt" sz="half" idx="10"/>
          </p:nvPr>
        </p:nvSpPr>
        <p:spPr/>
        <p:txBody>
          <a:bodyPr/>
          <a:lstStyle/>
          <a:p>
            <a:fld id="{7CF94613-8CFD-4826-8AD0-529B53F8743B}" type="datetimeFigureOut">
              <a:rPr lang="en-US" smtClean="0"/>
              <a:t>9/19/2020</a:t>
            </a:fld>
            <a:endParaRPr lang="en-US" dirty="0"/>
          </a:p>
        </p:txBody>
      </p:sp>
      <p:sp>
        <p:nvSpPr>
          <p:cNvPr id="6" name="Footer Placeholder 5">
            <a:extLst>
              <a:ext uri="{FF2B5EF4-FFF2-40B4-BE49-F238E27FC236}">
                <a16:creationId xmlns:a16="http://schemas.microsoft.com/office/drawing/2014/main" id="{D7D7F113-1A9B-4823-84E7-C5A2FE00D87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0CFCA55-A178-4D35-84E8-9610069F973C}"/>
              </a:ext>
            </a:extLst>
          </p:cNvPr>
          <p:cNvSpPr>
            <a:spLocks noGrp="1"/>
          </p:cNvSpPr>
          <p:nvPr>
            <p:ph type="sldNum" sz="quarter" idx="12"/>
          </p:nvPr>
        </p:nvSpPr>
        <p:spPr/>
        <p:txBody>
          <a:bodyPr/>
          <a:lstStyle/>
          <a:p>
            <a:fld id="{8326DFF5-4F4C-4DBD-9133-560D94223B82}" type="slidenum">
              <a:rPr lang="en-US" smtClean="0"/>
              <a:t>‹#›</a:t>
            </a:fld>
            <a:endParaRPr lang="en-US" dirty="0"/>
          </a:p>
        </p:txBody>
      </p:sp>
    </p:spTree>
    <p:extLst>
      <p:ext uri="{BB962C8B-B14F-4D97-AF65-F5344CB8AC3E}">
        <p14:creationId xmlns:p14="http://schemas.microsoft.com/office/powerpoint/2010/main" val="1017685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8143C-2FC1-4159-BCF3-2CE93F81E2E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0D8498C-C3F0-4AFC-A81F-4705FDD604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C82D96-4213-4D9C-9A0C-7A2EB8C3C6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4850B66-1277-47D0-BFDA-CA99C0613C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4A15867-5093-43B8-9E7B-CC2A9BEB20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5D5E109-B734-47C9-8253-CA1D8094B2D5}"/>
              </a:ext>
            </a:extLst>
          </p:cNvPr>
          <p:cNvSpPr>
            <a:spLocks noGrp="1"/>
          </p:cNvSpPr>
          <p:nvPr>
            <p:ph type="dt" sz="half" idx="10"/>
          </p:nvPr>
        </p:nvSpPr>
        <p:spPr/>
        <p:txBody>
          <a:bodyPr/>
          <a:lstStyle/>
          <a:p>
            <a:fld id="{7CF94613-8CFD-4826-8AD0-529B53F8743B}" type="datetimeFigureOut">
              <a:rPr lang="en-US" smtClean="0"/>
              <a:t>9/19/2020</a:t>
            </a:fld>
            <a:endParaRPr lang="en-US" dirty="0"/>
          </a:p>
        </p:txBody>
      </p:sp>
      <p:sp>
        <p:nvSpPr>
          <p:cNvPr id="8" name="Footer Placeholder 7">
            <a:extLst>
              <a:ext uri="{FF2B5EF4-FFF2-40B4-BE49-F238E27FC236}">
                <a16:creationId xmlns:a16="http://schemas.microsoft.com/office/drawing/2014/main" id="{E6107A96-39B8-4B5F-8CF5-6045F03C7321}"/>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557CA97-F7F4-4CC6-9B6D-D13F4ED40DD5}"/>
              </a:ext>
            </a:extLst>
          </p:cNvPr>
          <p:cNvSpPr>
            <a:spLocks noGrp="1"/>
          </p:cNvSpPr>
          <p:nvPr>
            <p:ph type="sldNum" sz="quarter" idx="12"/>
          </p:nvPr>
        </p:nvSpPr>
        <p:spPr/>
        <p:txBody>
          <a:bodyPr/>
          <a:lstStyle/>
          <a:p>
            <a:fld id="{8326DFF5-4F4C-4DBD-9133-560D94223B82}" type="slidenum">
              <a:rPr lang="en-US" smtClean="0"/>
              <a:t>‹#›</a:t>
            </a:fld>
            <a:endParaRPr lang="en-US" dirty="0"/>
          </a:p>
        </p:txBody>
      </p:sp>
    </p:spTree>
    <p:extLst>
      <p:ext uri="{BB962C8B-B14F-4D97-AF65-F5344CB8AC3E}">
        <p14:creationId xmlns:p14="http://schemas.microsoft.com/office/powerpoint/2010/main" val="40015389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3DC37-A17A-4AB7-B63B-3E5AB776EA2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4A28C43-5F8B-4739-9EA8-679DFB95F6C5}"/>
              </a:ext>
            </a:extLst>
          </p:cNvPr>
          <p:cNvSpPr>
            <a:spLocks noGrp="1"/>
          </p:cNvSpPr>
          <p:nvPr>
            <p:ph type="dt" sz="half" idx="10"/>
          </p:nvPr>
        </p:nvSpPr>
        <p:spPr/>
        <p:txBody>
          <a:bodyPr/>
          <a:lstStyle/>
          <a:p>
            <a:fld id="{7CF94613-8CFD-4826-8AD0-529B53F8743B}" type="datetimeFigureOut">
              <a:rPr lang="en-US" smtClean="0"/>
              <a:t>9/19/2020</a:t>
            </a:fld>
            <a:endParaRPr lang="en-US" dirty="0"/>
          </a:p>
        </p:txBody>
      </p:sp>
      <p:sp>
        <p:nvSpPr>
          <p:cNvPr id="4" name="Footer Placeholder 3">
            <a:extLst>
              <a:ext uri="{FF2B5EF4-FFF2-40B4-BE49-F238E27FC236}">
                <a16:creationId xmlns:a16="http://schemas.microsoft.com/office/drawing/2014/main" id="{D8ABA49C-8E68-4BEC-AECF-BA47EF80F5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8EDE4AB8-F6B3-4B63-8153-15B1128481AB}"/>
              </a:ext>
            </a:extLst>
          </p:cNvPr>
          <p:cNvSpPr>
            <a:spLocks noGrp="1"/>
          </p:cNvSpPr>
          <p:nvPr>
            <p:ph type="sldNum" sz="quarter" idx="12"/>
          </p:nvPr>
        </p:nvSpPr>
        <p:spPr/>
        <p:txBody>
          <a:bodyPr/>
          <a:lstStyle/>
          <a:p>
            <a:fld id="{8326DFF5-4F4C-4DBD-9133-560D94223B82}" type="slidenum">
              <a:rPr lang="en-US" smtClean="0"/>
              <a:t>‹#›</a:t>
            </a:fld>
            <a:endParaRPr lang="en-US" dirty="0"/>
          </a:p>
        </p:txBody>
      </p:sp>
    </p:spTree>
    <p:extLst>
      <p:ext uri="{BB962C8B-B14F-4D97-AF65-F5344CB8AC3E}">
        <p14:creationId xmlns:p14="http://schemas.microsoft.com/office/powerpoint/2010/main" val="12768475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40261F-4B42-41FF-BC5C-2F075B09B5B6}"/>
              </a:ext>
            </a:extLst>
          </p:cNvPr>
          <p:cNvSpPr>
            <a:spLocks noGrp="1"/>
          </p:cNvSpPr>
          <p:nvPr>
            <p:ph type="dt" sz="half" idx="10"/>
          </p:nvPr>
        </p:nvSpPr>
        <p:spPr/>
        <p:txBody>
          <a:bodyPr/>
          <a:lstStyle/>
          <a:p>
            <a:fld id="{7CF94613-8CFD-4826-8AD0-529B53F8743B}" type="datetimeFigureOut">
              <a:rPr lang="en-US" smtClean="0"/>
              <a:t>9/19/2020</a:t>
            </a:fld>
            <a:endParaRPr lang="en-US" dirty="0"/>
          </a:p>
        </p:txBody>
      </p:sp>
      <p:sp>
        <p:nvSpPr>
          <p:cNvPr id="3" name="Footer Placeholder 2">
            <a:extLst>
              <a:ext uri="{FF2B5EF4-FFF2-40B4-BE49-F238E27FC236}">
                <a16:creationId xmlns:a16="http://schemas.microsoft.com/office/drawing/2014/main" id="{D3C397AB-94BE-420C-8273-D91C4EEDDBFD}"/>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0966978D-7D1D-452B-A339-D464A0E09103}"/>
              </a:ext>
            </a:extLst>
          </p:cNvPr>
          <p:cNvSpPr>
            <a:spLocks noGrp="1"/>
          </p:cNvSpPr>
          <p:nvPr>
            <p:ph type="sldNum" sz="quarter" idx="12"/>
          </p:nvPr>
        </p:nvSpPr>
        <p:spPr/>
        <p:txBody>
          <a:bodyPr/>
          <a:lstStyle/>
          <a:p>
            <a:fld id="{8326DFF5-4F4C-4DBD-9133-560D94223B82}" type="slidenum">
              <a:rPr lang="en-US" smtClean="0"/>
              <a:t>‹#›</a:t>
            </a:fld>
            <a:endParaRPr lang="en-US" dirty="0"/>
          </a:p>
        </p:txBody>
      </p:sp>
    </p:spTree>
    <p:extLst>
      <p:ext uri="{BB962C8B-B14F-4D97-AF65-F5344CB8AC3E}">
        <p14:creationId xmlns:p14="http://schemas.microsoft.com/office/powerpoint/2010/main" val="3158708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E1581-3A99-461A-8C00-3A5159A579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94B3D71-7368-4132-BC8D-9394CB92C4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FDAA3A1-134D-4879-A157-3519C3333B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57BBE3-DCBE-43F8-9317-BDEEC8C7EA47}"/>
              </a:ext>
            </a:extLst>
          </p:cNvPr>
          <p:cNvSpPr>
            <a:spLocks noGrp="1"/>
          </p:cNvSpPr>
          <p:nvPr>
            <p:ph type="dt" sz="half" idx="10"/>
          </p:nvPr>
        </p:nvSpPr>
        <p:spPr/>
        <p:txBody>
          <a:bodyPr/>
          <a:lstStyle/>
          <a:p>
            <a:fld id="{7CF94613-8CFD-4826-8AD0-529B53F8743B}" type="datetimeFigureOut">
              <a:rPr lang="en-US" smtClean="0"/>
              <a:t>9/19/2020</a:t>
            </a:fld>
            <a:endParaRPr lang="en-US" dirty="0"/>
          </a:p>
        </p:txBody>
      </p:sp>
      <p:sp>
        <p:nvSpPr>
          <p:cNvPr id="6" name="Footer Placeholder 5">
            <a:extLst>
              <a:ext uri="{FF2B5EF4-FFF2-40B4-BE49-F238E27FC236}">
                <a16:creationId xmlns:a16="http://schemas.microsoft.com/office/drawing/2014/main" id="{C30AC236-BA46-4355-9F7A-640EA0F6B9F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C4A7252-C6E0-425C-8CBF-C643996DB88B}"/>
              </a:ext>
            </a:extLst>
          </p:cNvPr>
          <p:cNvSpPr>
            <a:spLocks noGrp="1"/>
          </p:cNvSpPr>
          <p:nvPr>
            <p:ph type="sldNum" sz="quarter" idx="12"/>
          </p:nvPr>
        </p:nvSpPr>
        <p:spPr/>
        <p:txBody>
          <a:bodyPr/>
          <a:lstStyle/>
          <a:p>
            <a:fld id="{8326DFF5-4F4C-4DBD-9133-560D94223B82}" type="slidenum">
              <a:rPr lang="en-US" smtClean="0"/>
              <a:t>‹#›</a:t>
            </a:fld>
            <a:endParaRPr lang="en-US" dirty="0"/>
          </a:p>
        </p:txBody>
      </p:sp>
    </p:spTree>
    <p:extLst>
      <p:ext uri="{BB962C8B-B14F-4D97-AF65-F5344CB8AC3E}">
        <p14:creationId xmlns:p14="http://schemas.microsoft.com/office/powerpoint/2010/main" val="1224584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632C5-31E8-47FC-AD25-D768A2F43B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C23430B-1464-4F39-9DF8-C99D7CACC1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96541C6F-E382-4615-BA49-60617016DC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C7ED12-F7E1-4315-AAD2-E27A3F5D6515}"/>
              </a:ext>
            </a:extLst>
          </p:cNvPr>
          <p:cNvSpPr>
            <a:spLocks noGrp="1"/>
          </p:cNvSpPr>
          <p:nvPr>
            <p:ph type="dt" sz="half" idx="10"/>
          </p:nvPr>
        </p:nvSpPr>
        <p:spPr/>
        <p:txBody>
          <a:bodyPr/>
          <a:lstStyle/>
          <a:p>
            <a:fld id="{7CF94613-8CFD-4826-8AD0-529B53F8743B}" type="datetimeFigureOut">
              <a:rPr lang="en-US" smtClean="0"/>
              <a:t>9/19/2020</a:t>
            </a:fld>
            <a:endParaRPr lang="en-US" dirty="0"/>
          </a:p>
        </p:txBody>
      </p:sp>
      <p:sp>
        <p:nvSpPr>
          <p:cNvPr id="6" name="Footer Placeholder 5">
            <a:extLst>
              <a:ext uri="{FF2B5EF4-FFF2-40B4-BE49-F238E27FC236}">
                <a16:creationId xmlns:a16="http://schemas.microsoft.com/office/drawing/2014/main" id="{4E19E6E4-23E9-46B0-9E6D-8AEC2544B1E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05ED91E-B3AF-4CF7-A04B-054946D693CF}"/>
              </a:ext>
            </a:extLst>
          </p:cNvPr>
          <p:cNvSpPr>
            <a:spLocks noGrp="1"/>
          </p:cNvSpPr>
          <p:nvPr>
            <p:ph type="sldNum" sz="quarter" idx="12"/>
          </p:nvPr>
        </p:nvSpPr>
        <p:spPr/>
        <p:txBody>
          <a:bodyPr/>
          <a:lstStyle/>
          <a:p>
            <a:fld id="{8326DFF5-4F4C-4DBD-9133-560D94223B82}" type="slidenum">
              <a:rPr lang="en-US" smtClean="0"/>
              <a:t>‹#›</a:t>
            </a:fld>
            <a:endParaRPr lang="en-US" dirty="0"/>
          </a:p>
        </p:txBody>
      </p:sp>
    </p:spTree>
    <p:extLst>
      <p:ext uri="{BB962C8B-B14F-4D97-AF65-F5344CB8AC3E}">
        <p14:creationId xmlns:p14="http://schemas.microsoft.com/office/powerpoint/2010/main" val="2106537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6FBE9-79C6-4713-BB5E-5B911EF19FB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983119F-5997-48B9-8CF2-ECE7A89E280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0F5AFD-2452-4991-B034-84FBB55F49DA}"/>
              </a:ext>
            </a:extLst>
          </p:cNvPr>
          <p:cNvSpPr>
            <a:spLocks noGrp="1"/>
          </p:cNvSpPr>
          <p:nvPr>
            <p:ph type="dt" sz="half" idx="10"/>
          </p:nvPr>
        </p:nvSpPr>
        <p:spPr/>
        <p:txBody>
          <a:bodyPr/>
          <a:lstStyle/>
          <a:p>
            <a:fld id="{7CF94613-8CFD-4826-8AD0-529B53F8743B}" type="datetimeFigureOut">
              <a:rPr lang="en-US" smtClean="0"/>
              <a:t>9/19/2020</a:t>
            </a:fld>
            <a:endParaRPr lang="en-US" dirty="0"/>
          </a:p>
        </p:txBody>
      </p:sp>
      <p:sp>
        <p:nvSpPr>
          <p:cNvPr id="5" name="Footer Placeholder 4">
            <a:extLst>
              <a:ext uri="{FF2B5EF4-FFF2-40B4-BE49-F238E27FC236}">
                <a16:creationId xmlns:a16="http://schemas.microsoft.com/office/drawing/2014/main" id="{59CF9A4E-9E8A-44C6-8A99-CC8F1493C02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D5CCAC9-1C56-4FBC-823B-B3E61D9318EA}"/>
              </a:ext>
            </a:extLst>
          </p:cNvPr>
          <p:cNvSpPr>
            <a:spLocks noGrp="1"/>
          </p:cNvSpPr>
          <p:nvPr>
            <p:ph type="sldNum" sz="quarter" idx="12"/>
          </p:nvPr>
        </p:nvSpPr>
        <p:spPr/>
        <p:txBody>
          <a:bodyPr/>
          <a:lstStyle/>
          <a:p>
            <a:fld id="{8326DFF5-4F4C-4DBD-9133-560D94223B82}" type="slidenum">
              <a:rPr lang="en-US" smtClean="0"/>
              <a:t>‹#›</a:t>
            </a:fld>
            <a:endParaRPr lang="en-US" dirty="0"/>
          </a:p>
        </p:txBody>
      </p:sp>
    </p:spTree>
    <p:extLst>
      <p:ext uri="{BB962C8B-B14F-4D97-AF65-F5344CB8AC3E}">
        <p14:creationId xmlns:p14="http://schemas.microsoft.com/office/powerpoint/2010/main" val="19876652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0A1166-8E04-4531-B076-586C03D0C06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25C6583-3329-408C-A5ED-E2A5B7E8965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B00453-346E-4B95-95B4-DB1113D565EF}"/>
              </a:ext>
            </a:extLst>
          </p:cNvPr>
          <p:cNvSpPr>
            <a:spLocks noGrp="1"/>
          </p:cNvSpPr>
          <p:nvPr>
            <p:ph type="dt" sz="half" idx="10"/>
          </p:nvPr>
        </p:nvSpPr>
        <p:spPr/>
        <p:txBody>
          <a:bodyPr/>
          <a:lstStyle/>
          <a:p>
            <a:fld id="{7CF94613-8CFD-4826-8AD0-529B53F8743B}" type="datetimeFigureOut">
              <a:rPr lang="en-US" smtClean="0"/>
              <a:t>9/19/2020</a:t>
            </a:fld>
            <a:endParaRPr lang="en-US" dirty="0"/>
          </a:p>
        </p:txBody>
      </p:sp>
      <p:sp>
        <p:nvSpPr>
          <p:cNvPr id="5" name="Footer Placeholder 4">
            <a:extLst>
              <a:ext uri="{FF2B5EF4-FFF2-40B4-BE49-F238E27FC236}">
                <a16:creationId xmlns:a16="http://schemas.microsoft.com/office/drawing/2014/main" id="{DF31D472-D3A8-41DA-8F2F-4A5CE802ABF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59E0C86-F204-4237-829D-A53288B42DE3}"/>
              </a:ext>
            </a:extLst>
          </p:cNvPr>
          <p:cNvSpPr>
            <a:spLocks noGrp="1"/>
          </p:cNvSpPr>
          <p:nvPr>
            <p:ph type="sldNum" sz="quarter" idx="12"/>
          </p:nvPr>
        </p:nvSpPr>
        <p:spPr/>
        <p:txBody>
          <a:bodyPr/>
          <a:lstStyle/>
          <a:p>
            <a:fld id="{8326DFF5-4F4C-4DBD-9133-560D94223B82}" type="slidenum">
              <a:rPr lang="en-US" smtClean="0"/>
              <a:t>‹#›</a:t>
            </a:fld>
            <a:endParaRPr lang="en-US" dirty="0"/>
          </a:p>
        </p:txBody>
      </p:sp>
    </p:spTree>
    <p:extLst>
      <p:ext uri="{BB962C8B-B14F-4D97-AF65-F5344CB8AC3E}">
        <p14:creationId xmlns:p14="http://schemas.microsoft.com/office/powerpoint/2010/main" val="787768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14C356-7ADD-45D2-B3FD-4E4DD75292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62EAE0F-28F8-4C95-B301-C8D34B6465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2F5CB5-E3ED-4FAF-BD4E-13BE6DF411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F94613-8CFD-4826-8AD0-529B53F8743B}" type="datetimeFigureOut">
              <a:rPr lang="en-US" smtClean="0"/>
              <a:t>9/19/2020</a:t>
            </a:fld>
            <a:endParaRPr lang="en-US" dirty="0"/>
          </a:p>
        </p:txBody>
      </p:sp>
      <p:sp>
        <p:nvSpPr>
          <p:cNvPr id="5" name="Footer Placeholder 4">
            <a:extLst>
              <a:ext uri="{FF2B5EF4-FFF2-40B4-BE49-F238E27FC236}">
                <a16:creationId xmlns:a16="http://schemas.microsoft.com/office/drawing/2014/main" id="{65F5BAAC-451A-44A4-909E-6EA158F6D6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B017CD37-5E7A-4C81-AEF6-D9217F3953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26DFF5-4F4C-4DBD-9133-560D94223B82}" type="slidenum">
              <a:rPr lang="en-US" smtClean="0"/>
              <a:t>‹#›</a:t>
            </a:fld>
            <a:endParaRPr lang="en-US" dirty="0"/>
          </a:p>
        </p:txBody>
      </p:sp>
    </p:spTree>
    <p:extLst>
      <p:ext uri="{BB962C8B-B14F-4D97-AF65-F5344CB8AC3E}">
        <p14:creationId xmlns:p14="http://schemas.microsoft.com/office/powerpoint/2010/main" val="6745907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www.wallpaperflare.com/search?wallpaper=minimalist" TargetMode="External"/><Relationship Id="rId7" Type="http://schemas.openxmlformats.org/officeDocument/2006/relationships/slide" Target="slide6.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slide" Target="slide7.xml"/><Relationship Id="rId5" Type="http://schemas.openxmlformats.org/officeDocument/2006/relationships/slide" Target="slide2.xml"/><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slide" Target="slide10.xml"/></Relationships>
</file>

<file path=ppt/slides/_rels/slide2.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image" Target="../media/image7.svg"/><Relationship Id="rId7"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slide" Target="slide5.xml"/><Relationship Id="rId5" Type="http://schemas.openxmlformats.org/officeDocument/2006/relationships/slide" Target="slide4.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slide" Target="slide8.xml"/><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slide" Target="slide9.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81E"/>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F2FDC8E-4596-4FD6-8951-853B088F5252}"/>
              </a:ext>
            </a:extLst>
          </p:cNvPr>
          <p:cNvSpPr txBox="1"/>
          <p:nvPr/>
        </p:nvSpPr>
        <p:spPr>
          <a:xfrm>
            <a:off x="5143500" y="4381500"/>
            <a:ext cx="1905000" cy="230832"/>
          </a:xfrm>
          <a:prstGeom prst="rect">
            <a:avLst/>
          </a:prstGeom>
          <a:noFill/>
        </p:spPr>
        <p:txBody>
          <a:bodyPr wrap="square" rtlCol="0">
            <a:spAutoFit/>
          </a:bodyPr>
          <a:lstStyle/>
          <a:p>
            <a:endParaRPr lang="en-US" sz="900" dirty="0"/>
          </a:p>
        </p:txBody>
      </p:sp>
      <p:pic>
        <p:nvPicPr>
          <p:cNvPr id="6" name="Picture 5">
            <a:extLst>
              <a:ext uri="{FF2B5EF4-FFF2-40B4-BE49-F238E27FC236}">
                <a16:creationId xmlns:a16="http://schemas.microsoft.com/office/drawing/2014/main" id="{788CB54B-2C0A-4AC0-ABFB-F7EBAD527EFB}"/>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0"/>
            <a:ext cx="12192000" cy="6857999"/>
          </a:xfrm>
          <a:prstGeom prst="rect">
            <a:avLst/>
          </a:prstGeom>
        </p:spPr>
      </p:pic>
      <p:cxnSp>
        <p:nvCxnSpPr>
          <p:cNvPr id="17" name="Straight Connector 16">
            <a:extLst>
              <a:ext uri="{FF2B5EF4-FFF2-40B4-BE49-F238E27FC236}">
                <a16:creationId xmlns:a16="http://schemas.microsoft.com/office/drawing/2014/main" id="{EE9C56F1-05A1-4B1C-99B4-B38B3F415CB5}"/>
              </a:ext>
            </a:extLst>
          </p:cNvPr>
          <p:cNvCxnSpPr>
            <a:cxnSpLocks/>
          </p:cNvCxnSpPr>
          <p:nvPr/>
        </p:nvCxnSpPr>
        <p:spPr>
          <a:xfrm flipV="1">
            <a:off x="2123084" y="3543300"/>
            <a:ext cx="639960" cy="622300"/>
          </a:xfrm>
          <a:prstGeom prst="line">
            <a:avLst/>
          </a:prstGeom>
          <a:ln w="76200">
            <a:solidFill>
              <a:srgbClr val="6C261D"/>
            </a:solidFill>
          </a:ln>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79442E40-147C-4092-A3A2-908B7FF22B9D}"/>
              </a:ext>
            </a:extLst>
          </p:cNvPr>
          <p:cNvCxnSpPr>
            <a:cxnSpLocks/>
          </p:cNvCxnSpPr>
          <p:nvPr/>
        </p:nvCxnSpPr>
        <p:spPr>
          <a:xfrm>
            <a:off x="4616611" y="3596640"/>
            <a:ext cx="1319369" cy="266700"/>
          </a:xfrm>
          <a:prstGeom prst="line">
            <a:avLst/>
          </a:prstGeom>
          <a:ln w="76200">
            <a:solidFill>
              <a:srgbClr val="6C261D"/>
            </a:solidFill>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49D5D332-B06F-453D-AC9C-F1245DA1D5DE}"/>
              </a:ext>
            </a:extLst>
          </p:cNvPr>
          <p:cNvCxnSpPr>
            <a:cxnSpLocks/>
          </p:cNvCxnSpPr>
          <p:nvPr/>
        </p:nvCxnSpPr>
        <p:spPr>
          <a:xfrm flipV="1">
            <a:off x="8145561" y="3288014"/>
            <a:ext cx="819942" cy="633110"/>
          </a:xfrm>
          <a:prstGeom prst="line">
            <a:avLst/>
          </a:prstGeom>
          <a:ln w="76200">
            <a:solidFill>
              <a:srgbClr val="6C261D"/>
            </a:solidFill>
          </a:ln>
        </p:spPr>
        <p:style>
          <a:lnRef idx="1">
            <a:schemeClr val="dk1"/>
          </a:lnRef>
          <a:fillRef idx="0">
            <a:schemeClr val="dk1"/>
          </a:fillRef>
          <a:effectRef idx="0">
            <a:schemeClr val="dk1"/>
          </a:effectRef>
          <a:fontRef idx="minor">
            <a:schemeClr val="tx1"/>
          </a:fontRef>
        </p:style>
      </p:cxnSp>
      <p:sp>
        <p:nvSpPr>
          <p:cNvPr id="31" name="Rectangle 30">
            <a:extLst>
              <a:ext uri="{FF2B5EF4-FFF2-40B4-BE49-F238E27FC236}">
                <a16:creationId xmlns:a16="http://schemas.microsoft.com/office/drawing/2014/main" id="{B3BF1171-0CE6-4504-B68A-869BF0FA3B43}"/>
              </a:ext>
            </a:extLst>
          </p:cNvPr>
          <p:cNvSpPr/>
          <p:nvPr/>
        </p:nvSpPr>
        <p:spPr>
          <a:xfrm>
            <a:off x="332183" y="162520"/>
            <a:ext cx="3917547" cy="923330"/>
          </a:xfrm>
          <a:prstGeom prst="rect">
            <a:avLst/>
          </a:prstGeom>
          <a:noFill/>
        </p:spPr>
        <p:txBody>
          <a:bodyPr wrap="none" lIns="91440" tIns="45720" rIns="91440" bIns="45720">
            <a:spAutoFit/>
          </a:bodyPr>
          <a:lstStyle/>
          <a:p>
            <a:pPr algn="ctr"/>
            <a:r>
              <a:rPr lang="en-US" sz="54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MECHANISM</a:t>
            </a:r>
          </a:p>
        </p:txBody>
      </p:sp>
      <p:sp>
        <p:nvSpPr>
          <p:cNvPr id="34" name="TextBox 33">
            <a:extLst>
              <a:ext uri="{FF2B5EF4-FFF2-40B4-BE49-F238E27FC236}">
                <a16:creationId xmlns:a16="http://schemas.microsoft.com/office/drawing/2014/main" id="{CC942704-B421-42B5-8152-AEC4CD83A48F}"/>
              </a:ext>
            </a:extLst>
          </p:cNvPr>
          <p:cNvSpPr txBox="1"/>
          <p:nvPr/>
        </p:nvSpPr>
        <p:spPr>
          <a:xfrm>
            <a:off x="3819922" y="5130800"/>
            <a:ext cx="184731" cy="369332"/>
          </a:xfrm>
          <a:prstGeom prst="rect">
            <a:avLst/>
          </a:prstGeom>
          <a:noFill/>
        </p:spPr>
        <p:txBody>
          <a:bodyPr wrap="none" rtlCol="0">
            <a:spAutoFit/>
          </a:bodyPr>
          <a:lstStyle/>
          <a:p>
            <a:endParaRPr lang="en-US" dirty="0">
              <a:latin typeface="Ra"/>
            </a:endParaRPr>
          </a:p>
        </p:txBody>
      </p:sp>
      <p:sp>
        <p:nvSpPr>
          <p:cNvPr id="2" name="TextBox 1">
            <a:extLst>
              <a:ext uri="{FF2B5EF4-FFF2-40B4-BE49-F238E27FC236}">
                <a16:creationId xmlns:a16="http://schemas.microsoft.com/office/drawing/2014/main" id="{9E391F50-F997-496F-94BB-0DCDCA4FF408}"/>
              </a:ext>
            </a:extLst>
          </p:cNvPr>
          <p:cNvSpPr txBox="1"/>
          <p:nvPr/>
        </p:nvSpPr>
        <p:spPr>
          <a:xfrm>
            <a:off x="705397" y="5921374"/>
            <a:ext cx="1633781" cy="369332"/>
          </a:xfrm>
          <a:prstGeom prst="rect">
            <a:avLst/>
          </a:prstGeom>
          <a:noFill/>
        </p:spPr>
        <p:txBody>
          <a:bodyPr wrap="none" rtlCol="0">
            <a:spAutoFit/>
          </a:bodyPr>
          <a:lstStyle/>
          <a:p>
            <a:r>
              <a:rPr lang="en-US" spc="-150" dirty="0">
                <a:solidFill>
                  <a:srgbClr val="6C261D"/>
                </a:solidFill>
                <a:latin typeface="Raleway black" panose="020B0A03030101060003" pitchFamily="34" charset="0"/>
              </a:rPr>
              <a:t>ILLUSTRATION</a:t>
            </a:r>
          </a:p>
        </p:txBody>
      </p:sp>
      <p:sp>
        <p:nvSpPr>
          <p:cNvPr id="16" name="TextBox 15">
            <a:extLst>
              <a:ext uri="{FF2B5EF4-FFF2-40B4-BE49-F238E27FC236}">
                <a16:creationId xmlns:a16="http://schemas.microsoft.com/office/drawing/2014/main" id="{818AA8C2-E645-453D-A280-C2D5EC3B0B53}"/>
              </a:ext>
            </a:extLst>
          </p:cNvPr>
          <p:cNvSpPr txBox="1"/>
          <p:nvPr/>
        </p:nvSpPr>
        <p:spPr>
          <a:xfrm>
            <a:off x="3107332" y="4096173"/>
            <a:ext cx="1509279" cy="646331"/>
          </a:xfrm>
          <a:prstGeom prst="rect">
            <a:avLst/>
          </a:prstGeom>
          <a:noFill/>
        </p:spPr>
        <p:txBody>
          <a:bodyPr wrap="square">
            <a:spAutoFit/>
          </a:bodyPr>
          <a:lstStyle/>
          <a:p>
            <a:pPr algn="ctr"/>
            <a:r>
              <a:rPr lang="en-US" spc="-150" dirty="0">
                <a:solidFill>
                  <a:srgbClr val="6C261D"/>
                </a:solidFill>
                <a:latin typeface="Raleway black" panose="020B0A03030101060003" pitchFamily="34" charset="0"/>
              </a:rPr>
              <a:t>DETAILED</a:t>
            </a:r>
          </a:p>
          <a:p>
            <a:pPr algn="ctr"/>
            <a:r>
              <a:rPr lang="en-US" spc="-150" dirty="0">
                <a:solidFill>
                  <a:srgbClr val="6C261D"/>
                </a:solidFill>
                <a:latin typeface="Raleway black" panose="020B0A03030101060003" pitchFamily="34" charset="0"/>
              </a:rPr>
              <a:t>DESCRIPTION</a:t>
            </a:r>
          </a:p>
        </p:txBody>
      </p:sp>
      <p:sp>
        <p:nvSpPr>
          <p:cNvPr id="18" name="TextBox 17">
            <a:extLst>
              <a:ext uri="{FF2B5EF4-FFF2-40B4-BE49-F238E27FC236}">
                <a16:creationId xmlns:a16="http://schemas.microsoft.com/office/drawing/2014/main" id="{D49A639A-07AE-401B-86A3-725BB369CC08}"/>
              </a:ext>
            </a:extLst>
          </p:cNvPr>
          <p:cNvSpPr txBox="1"/>
          <p:nvPr/>
        </p:nvSpPr>
        <p:spPr>
          <a:xfrm>
            <a:off x="3953773" y="6326882"/>
            <a:ext cx="6167004" cy="369332"/>
          </a:xfrm>
          <a:prstGeom prst="rect">
            <a:avLst/>
          </a:prstGeom>
          <a:noFill/>
        </p:spPr>
        <p:txBody>
          <a:bodyPr wrap="square">
            <a:spAutoFit/>
          </a:bodyPr>
          <a:lstStyle/>
          <a:p>
            <a:pPr algn="ctr"/>
            <a:r>
              <a:rPr lang="en-US" spc="-150" dirty="0">
                <a:solidFill>
                  <a:srgbClr val="6C261D"/>
                </a:solidFill>
                <a:latin typeface="Raleway black" panose="020B0A03030101060003" pitchFamily="34" charset="0"/>
              </a:rPr>
              <a:t>FUNCTION</a:t>
            </a:r>
          </a:p>
        </p:txBody>
      </p:sp>
      <p:sp>
        <p:nvSpPr>
          <p:cNvPr id="20" name="TextBox 19">
            <a:extLst>
              <a:ext uri="{FF2B5EF4-FFF2-40B4-BE49-F238E27FC236}">
                <a16:creationId xmlns:a16="http://schemas.microsoft.com/office/drawing/2014/main" id="{970E1B5A-075B-4894-94E5-3987549D71F8}"/>
              </a:ext>
            </a:extLst>
          </p:cNvPr>
          <p:cNvSpPr txBox="1"/>
          <p:nvPr/>
        </p:nvSpPr>
        <p:spPr>
          <a:xfrm>
            <a:off x="7184930" y="3980934"/>
            <a:ext cx="6167004" cy="369332"/>
          </a:xfrm>
          <a:prstGeom prst="rect">
            <a:avLst/>
          </a:prstGeom>
          <a:noFill/>
        </p:spPr>
        <p:txBody>
          <a:bodyPr wrap="square">
            <a:spAutoFit/>
          </a:bodyPr>
          <a:lstStyle/>
          <a:p>
            <a:pPr algn="ctr"/>
            <a:r>
              <a:rPr lang="en-US" spc="-150" dirty="0">
                <a:solidFill>
                  <a:srgbClr val="3B7482"/>
                </a:solidFill>
                <a:latin typeface="Raleway black" panose="020B0A03030101060003" pitchFamily="34" charset="0"/>
              </a:rPr>
              <a:t>MEMBERS</a:t>
            </a:r>
          </a:p>
        </p:txBody>
      </p:sp>
      <mc:AlternateContent xmlns:mc="http://schemas.openxmlformats.org/markup-compatibility/2006">
        <mc:Choice xmlns:pslz="http://schemas.microsoft.com/office/powerpoint/2016/slidezoom" Requires="pslz">
          <p:graphicFrame>
            <p:nvGraphicFramePr>
              <p:cNvPr id="14" name="Slide Zoom 13">
                <a:extLst>
                  <a:ext uri="{FF2B5EF4-FFF2-40B4-BE49-F238E27FC236}">
                    <a16:creationId xmlns:a16="http://schemas.microsoft.com/office/drawing/2014/main" id="{A19385F3-9693-41BD-9B6F-B220B4B095E5}"/>
                  </a:ext>
                </a:extLst>
              </p:cNvPr>
              <p:cNvGraphicFramePr>
                <a:graphicFrameLocks noChangeAspect="1"/>
              </p:cNvGraphicFramePr>
              <p:nvPr>
                <p:extLst>
                  <p:ext uri="{D42A27DB-BD31-4B8C-83A1-F6EECF244321}">
                    <p14:modId xmlns:p14="http://schemas.microsoft.com/office/powerpoint/2010/main" val="1616403725"/>
                  </p:ext>
                </p:extLst>
              </p:nvPr>
            </p:nvGraphicFramePr>
            <p:xfrm>
              <a:off x="536898" y="3921124"/>
              <a:ext cx="2000250" cy="2000250"/>
            </p:xfrm>
            <a:graphic>
              <a:graphicData uri="http://schemas.microsoft.com/office/powerpoint/2016/slidezoom">
                <pslz:sldZm>
                  <pslz:sldZmObj sldId="258" cId="3511703590">
                    <pslz:zmPr id="{723E842B-8B8E-4A31-A37F-0D8C52EEFCB4}" returnToParent="0" imageType="cover" transitionDur="1000" showBg="0">
                      <p166:blipFill xmlns:p166="http://schemas.microsoft.com/office/powerpoint/2016/6/main">
                        <a:blip r:embed="rId4">
                          <a:extLst>
                            <a:ext uri="{28A0092B-C50C-407E-A947-70E740481C1C}">
                              <a14:useLocalDpi xmlns:a14="http://schemas.microsoft.com/office/drawing/2010/main" val="0"/>
                            </a:ext>
                          </a:extLst>
                        </a:blip>
                        <a:stretch>
                          <a:fillRect/>
                        </a:stretch>
                      </p166:blipFill>
                      <p166:spPr xmlns:p166="http://schemas.microsoft.com/office/powerpoint/2016/6/main">
                        <a:xfrm>
                          <a:off x="0" y="0"/>
                          <a:ext cx="2000250" cy="2000250"/>
                        </a:xfrm>
                        <a:prstGeom prst="rect">
                          <a:avLst/>
                        </a:prstGeom>
                      </p166:spPr>
                    </pslz:zmPr>
                  </pslz:sldZmObj>
                </pslz:sldZm>
              </a:graphicData>
            </a:graphic>
          </p:graphicFrame>
        </mc:Choice>
        <mc:Fallback>
          <p:pic>
            <p:nvPicPr>
              <p:cNvPr id="14" name="Slide Zoom 13">
                <a:hlinkClick r:id="rId5" action="ppaction://hlinksldjump"/>
                <a:extLst>
                  <a:ext uri="{FF2B5EF4-FFF2-40B4-BE49-F238E27FC236}">
                    <a16:creationId xmlns:a16="http://schemas.microsoft.com/office/drawing/2014/main" id="{A19385F3-9693-41BD-9B6F-B220B4B095E5}"/>
                  </a:ext>
                </a:extLst>
              </p:cNvPr>
              <p:cNvPicPr>
                <a:picLocks noGrp="1" noRot="1" noChangeAspect="1" noMove="1" noResize="1" noEditPoints="1" noAdjustHandles="1" noChangeArrowheads="1" noChangeShapeType="1"/>
              </p:cNvPicPr>
              <p:nvPr/>
            </p:nvPicPr>
            <p:blipFill>
              <a:blip r:embed="rId4">
                <a:extLst>
                  <a:ext uri="{28A0092B-C50C-407E-A947-70E740481C1C}">
                    <a14:useLocalDpi xmlns:a14="http://schemas.microsoft.com/office/drawing/2010/main" val="0"/>
                  </a:ext>
                </a:extLst>
              </a:blip>
              <a:stretch>
                <a:fillRect/>
              </a:stretch>
            </p:blipFill>
            <p:spPr>
              <a:xfrm>
                <a:off x="536898" y="3921124"/>
                <a:ext cx="2000250" cy="2000250"/>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58" name="Slide Zoom 57">
                <a:extLst>
                  <a:ext uri="{FF2B5EF4-FFF2-40B4-BE49-F238E27FC236}">
                    <a16:creationId xmlns:a16="http://schemas.microsoft.com/office/drawing/2014/main" id="{E75BC1AF-028D-4FF7-9B39-2661D3CAF087}"/>
                  </a:ext>
                </a:extLst>
              </p:cNvPr>
              <p:cNvGraphicFramePr>
                <a:graphicFrameLocks noChangeAspect="1"/>
              </p:cNvGraphicFramePr>
              <p:nvPr>
                <p:extLst>
                  <p:ext uri="{D42A27DB-BD31-4B8C-83A1-F6EECF244321}">
                    <p14:modId xmlns:p14="http://schemas.microsoft.com/office/powerpoint/2010/main" val="444076564"/>
                  </p:ext>
                </p:extLst>
              </p:nvPr>
            </p:nvGraphicFramePr>
            <p:xfrm>
              <a:off x="2495448" y="1566540"/>
              <a:ext cx="2472530" cy="2472530"/>
            </p:xfrm>
            <a:graphic>
              <a:graphicData uri="http://schemas.microsoft.com/office/powerpoint/2016/slidezoom">
                <pslz:sldZm>
                  <pslz:sldZmObj sldId="262" cId="919145445">
                    <pslz:zmPr id="{0A442487-C795-4005-88B7-53C7AB6DBA57}" returnToParent="0" imageType="cover" transitionDur="1000" showBg="0">
                      <p166:blipFill xmlns:p166="http://schemas.microsoft.com/office/powerpoint/2016/6/main">
                        <a:blip r:embed="rId6">
                          <a:extLst>
                            <a:ext uri="{28A0092B-C50C-407E-A947-70E740481C1C}">
                              <a14:useLocalDpi xmlns:a14="http://schemas.microsoft.com/office/drawing/2010/main" val="0"/>
                            </a:ext>
                          </a:extLst>
                        </a:blip>
                        <a:stretch>
                          <a:fillRect/>
                        </a:stretch>
                      </p166:blipFill>
                      <p166:spPr xmlns:p166="http://schemas.microsoft.com/office/powerpoint/2016/6/main">
                        <a:xfrm>
                          <a:off x="0" y="0"/>
                          <a:ext cx="2472530" cy="2472530"/>
                        </a:xfrm>
                        <a:prstGeom prst="rect">
                          <a:avLst/>
                        </a:prstGeom>
                      </p166:spPr>
                    </pslz:zmPr>
                  </pslz:sldZmObj>
                </pslz:sldZm>
              </a:graphicData>
            </a:graphic>
          </p:graphicFrame>
        </mc:Choice>
        <mc:Fallback>
          <p:pic>
            <p:nvPicPr>
              <p:cNvPr id="58" name="Slide Zoom 57">
                <a:hlinkClick r:id="rId7" action="ppaction://hlinksldjump"/>
                <a:extLst>
                  <a:ext uri="{FF2B5EF4-FFF2-40B4-BE49-F238E27FC236}">
                    <a16:creationId xmlns:a16="http://schemas.microsoft.com/office/drawing/2014/main" id="{E75BC1AF-028D-4FF7-9B39-2661D3CAF087}"/>
                  </a:ext>
                </a:extLst>
              </p:cNvPr>
              <p:cNvPicPr>
                <a:picLocks noGrp="1" noRot="1" noChangeAspect="1" noMove="1" noResize="1" noEditPoints="1" noAdjustHandles="1" noChangeArrowheads="1" noChangeShapeType="1"/>
              </p:cNvPicPr>
              <p:nvPr/>
            </p:nvPicPr>
            <p:blipFill>
              <a:blip r:embed="rId6">
                <a:extLst>
                  <a:ext uri="{28A0092B-C50C-407E-A947-70E740481C1C}">
                    <a14:useLocalDpi xmlns:a14="http://schemas.microsoft.com/office/drawing/2010/main" val="0"/>
                  </a:ext>
                </a:extLst>
              </a:blip>
              <a:stretch>
                <a:fillRect/>
              </a:stretch>
            </p:blipFill>
            <p:spPr>
              <a:xfrm>
                <a:off x="2495448" y="1566540"/>
                <a:ext cx="2472530" cy="2472530"/>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72" name="Slide Zoom 71">
                <a:extLst>
                  <a:ext uri="{FF2B5EF4-FFF2-40B4-BE49-F238E27FC236}">
                    <a16:creationId xmlns:a16="http://schemas.microsoft.com/office/drawing/2014/main" id="{728B08F2-6AAF-4849-AF1C-C007B381CC63}"/>
                  </a:ext>
                </a:extLst>
              </p:cNvPr>
              <p:cNvGraphicFramePr>
                <a:graphicFrameLocks noChangeAspect="1"/>
              </p:cNvGraphicFramePr>
              <p:nvPr>
                <p:extLst>
                  <p:ext uri="{D42A27DB-BD31-4B8C-83A1-F6EECF244321}">
                    <p14:modId xmlns:p14="http://schemas.microsoft.com/office/powerpoint/2010/main" val="1131982577"/>
                  </p:ext>
                </p:extLst>
              </p:nvPr>
            </p:nvGraphicFramePr>
            <p:xfrm>
              <a:off x="8654606" y="755649"/>
              <a:ext cx="3227652" cy="3221991"/>
            </p:xfrm>
            <a:graphic>
              <a:graphicData uri="http://schemas.microsoft.com/office/powerpoint/2016/slidezoom">
                <pslz:sldZm>
                  <pslz:sldZmObj sldId="263" cId="1937219699">
                    <pslz:zmPr id="{A49AA128-85E9-4BDB-9BB6-83AA05F0544A}" returnToParent="0" imageType="cover" transitionDur="1000" showBg="0">
                      <p166:blipFill xmlns:p166="http://schemas.microsoft.com/office/powerpoint/2016/6/main">
                        <a:blip r:embed="rId8">
                          <a:extLst>
                            <a:ext uri="{28A0092B-C50C-407E-A947-70E740481C1C}">
                              <a14:useLocalDpi xmlns:a14="http://schemas.microsoft.com/office/drawing/2010/main" val="0"/>
                            </a:ext>
                          </a:extLst>
                        </a:blip>
                        <a:stretch>
                          <a:fillRect/>
                        </a:stretch>
                      </p166:blipFill>
                      <p166:spPr xmlns:p166="http://schemas.microsoft.com/office/powerpoint/2016/6/main">
                        <a:xfrm>
                          <a:off x="0" y="0"/>
                          <a:ext cx="3227652" cy="3221991"/>
                        </a:xfrm>
                        <a:prstGeom prst="rect">
                          <a:avLst/>
                        </a:prstGeom>
                      </p166:spPr>
                    </pslz:zmPr>
                  </pslz:sldZmObj>
                </pslz:sldZm>
              </a:graphicData>
            </a:graphic>
          </p:graphicFrame>
        </mc:Choice>
        <mc:Fallback>
          <p:pic>
            <p:nvPicPr>
              <p:cNvPr id="72" name="Slide Zoom 71">
                <a:hlinkClick r:id="rId9" action="ppaction://hlinksldjump"/>
                <a:extLst>
                  <a:ext uri="{FF2B5EF4-FFF2-40B4-BE49-F238E27FC236}">
                    <a16:creationId xmlns:a16="http://schemas.microsoft.com/office/drawing/2014/main" id="{728B08F2-6AAF-4849-AF1C-C007B381CC63}"/>
                  </a:ext>
                </a:extLst>
              </p:cNvPr>
              <p:cNvPicPr>
                <a:picLocks noGrp="1" noRot="1" noChangeAspect="1" noMove="1" noResize="1" noEditPoints="1" noAdjustHandles="1" noChangeArrowheads="1" noChangeShapeType="1"/>
              </p:cNvPicPr>
              <p:nvPr/>
            </p:nvPicPr>
            <p:blipFill>
              <a:blip r:embed="rId8">
                <a:extLst>
                  <a:ext uri="{28A0092B-C50C-407E-A947-70E740481C1C}">
                    <a14:useLocalDpi xmlns:a14="http://schemas.microsoft.com/office/drawing/2010/main" val="0"/>
                  </a:ext>
                </a:extLst>
              </a:blip>
              <a:stretch>
                <a:fillRect/>
              </a:stretch>
            </p:blipFill>
            <p:spPr>
              <a:xfrm>
                <a:off x="8654606" y="755649"/>
                <a:ext cx="3227652" cy="3221991"/>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79" name="Slide Zoom 78">
                <a:extLst>
                  <a:ext uri="{FF2B5EF4-FFF2-40B4-BE49-F238E27FC236}">
                    <a16:creationId xmlns:a16="http://schemas.microsoft.com/office/drawing/2014/main" id="{855C2C9D-D1B7-4E6A-8523-33BF417A6DB5}"/>
                  </a:ext>
                </a:extLst>
              </p:cNvPr>
              <p:cNvGraphicFramePr>
                <a:graphicFrameLocks noChangeAspect="1"/>
              </p:cNvGraphicFramePr>
              <p:nvPr>
                <p:extLst>
                  <p:ext uri="{D42A27DB-BD31-4B8C-83A1-F6EECF244321}">
                    <p14:modId xmlns:p14="http://schemas.microsoft.com/office/powerpoint/2010/main" val="2748162675"/>
                  </p:ext>
                </p:extLst>
              </p:nvPr>
            </p:nvGraphicFramePr>
            <p:xfrm>
              <a:off x="5556374" y="3317179"/>
              <a:ext cx="2961802" cy="2961802"/>
            </p:xfrm>
            <a:graphic>
              <a:graphicData uri="http://schemas.microsoft.com/office/powerpoint/2016/slidezoom">
                <pslz:sldZm>
                  <pslz:sldZmObj sldId="264" cId="500405784">
                    <pslz:zmPr id="{EABB3D02-788A-4955-9A32-690079D9E11E}" returnToParent="0" imageType="cover" transitionDur="1000" showBg="0">
                      <p166:blipFill xmlns:p166="http://schemas.microsoft.com/office/powerpoint/2016/6/main">
                        <a:blip r:embed="rId10">
                          <a:extLst>
                            <a:ext uri="{28A0092B-C50C-407E-A947-70E740481C1C}">
                              <a14:useLocalDpi xmlns:a14="http://schemas.microsoft.com/office/drawing/2010/main" val="0"/>
                            </a:ext>
                          </a:extLst>
                        </a:blip>
                        <a:stretch>
                          <a:fillRect/>
                        </a:stretch>
                      </p166:blipFill>
                      <p166:spPr xmlns:p166="http://schemas.microsoft.com/office/powerpoint/2016/6/main">
                        <a:xfrm>
                          <a:off x="0" y="0"/>
                          <a:ext cx="2961802" cy="2961802"/>
                        </a:xfrm>
                        <a:prstGeom prst="rect">
                          <a:avLst/>
                        </a:prstGeom>
                      </p166:spPr>
                    </pslz:zmPr>
                  </pslz:sldZmObj>
                </pslz:sldZm>
              </a:graphicData>
            </a:graphic>
          </p:graphicFrame>
        </mc:Choice>
        <mc:Fallback>
          <p:pic>
            <p:nvPicPr>
              <p:cNvPr id="79" name="Slide Zoom 78">
                <a:hlinkClick r:id="rId11" action="ppaction://hlinksldjump"/>
                <a:extLst>
                  <a:ext uri="{FF2B5EF4-FFF2-40B4-BE49-F238E27FC236}">
                    <a16:creationId xmlns:a16="http://schemas.microsoft.com/office/drawing/2014/main" id="{855C2C9D-D1B7-4E6A-8523-33BF417A6DB5}"/>
                  </a:ext>
                </a:extLst>
              </p:cNvPr>
              <p:cNvPicPr>
                <a:picLocks noGrp="1" noRot="1" noChangeAspect="1" noMove="1" noResize="1" noEditPoints="1" noAdjustHandles="1" noChangeArrowheads="1" noChangeShapeType="1"/>
              </p:cNvPicPr>
              <p:nvPr/>
            </p:nvPicPr>
            <p:blipFill>
              <a:blip r:embed="rId10">
                <a:extLst>
                  <a:ext uri="{28A0092B-C50C-407E-A947-70E740481C1C}">
                    <a14:useLocalDpi xmlns:a14="http://schemas.microsoft.com/office/drawing/2010/main" val="0"/>
                  </a:ext>
                </a:extLst>
              </a:blip>
              <a:stretch>
                <a:fillRect/>
              </a:stretch>
            </p:blipFill>
            <p:spPr>
              <a:xfrm>
                <a:off x="5556374" y="3317179"/>
                <a:ext cx="2961802" cy="2961802"/>
              </a:xfrm>
              <a:prstGeom prst="rect">
                <a:avLst/>
              </a:prstGeom>
            </p:spPr>
          </p:pic>
        </mc:Fallback>
      </mc:AlternateContent>
    </p:spTree>
    <p:extLst>
      <p:ext uri="{BB962C8B-B14F-4D97-AF65-F5344CB8AC3E}">
        <p14:creationId xmlns:p14="http://schemas.microsoft.com/office/powerpoint/2010/main" val="7765209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61E3E"/>
        </a:solidFill>
        <a:effectLst/>
      </p:bgPr>
    </p:bg>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B8FBE277-66FB-4A45-A40A-6C254E242147}"/>
              </a:ext>
            </a:extLst>
          </p:cNvPr>
          <p:cNvSpPr/>
          <p:nvPr/>
        </p:nvSpPr>
        <p:spPr>
          <a:xfrm>
            <a:off x="1145822" y="405011"/>
            <a:ext cx="6047978" cy="6047978"/>
          </a:xfrm>
          <a:prstGeom prst="ellipse">
            <a:avLst/>
          </a:prstGeom>
          <a:solidFill>
            <a:schemeClr val="tx2">
              <a:alpha val="20000"/>
            </a:schemeClr>
          </a:solidFill>
          <a:ln w="76200">
            <a:solidFill>
              <a:srgbClr val="6C261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5" descr="Gears">
            <a:extLst>
              <a:ext uri="{FF2B5EF4-FFF2-40B4-BE49-F238E27FC236}">
                <a16:creationId xmlns:a16="http://schemas.microsoft.com/office/drawing/2014/main" id="{A229D9E3-DE2E-4B31-A6D2-92E546CE1AA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623326" y="2890974"/>
            <a:ext cx="3092969" cy="3092969"/>
          </a:xfrm>
          <a:prstGeom prst="rect">
            <a:avLst/>
          </a:prstGeom>
        </p:spPr>
      </p:pic>
      <p:sp>
        <p:nvSpPr>
          <p:cNvPr id="10" name="TextBox 9">
            <a:extLst>
              <a:ext uri="{FF2B5EF4-FFF2-40B4-BE49-F238E27FC236}">
                <a16:creationId xmlns:a16="http://schemas.microsoft.com/office/drawing/2014/main" id="{707973E6-B54E-47A9-BE5C-59B67E187E21}"/>
              </a:ext>
            </a:extLst>
          </p:cNvPr>
          <p:cNvSpPr txBox="1"/>
          <p:nvPr/>
        </p:nvSpPr>
        <p:spPr>
          <a:xfrm>
            <a:off x="1732801" y="1959570"/>
            <a:ext cx="6096000" cy="923330"/>
          </a:xfrm>
          <a:prstGeom prst="rect">
            <a:avLst/>
          </a:prstGeom>
          <a:noFill/>
        </p:spPr>
        <p:txBody>
          <a:bodyPr wrap="square">
            <a:spAutoFit/>
          </a:bodyPr>
          <a:lstStyle/>
          <a:p>
            <a:r>
              <a:rPr lang="en-US" sz="5400" spc="-150" dirty="0">
                <a:solidFill>
                  <a:srgbClr val="6C261D"/>
                </a:solidFill>
                <a:latin typeface="Raleway black" panose="020B0A03030101060003" pitchFamily="34" charset="0"/>
              </a:rPr>
              <a:t>ILLUSTRATION</a:t>
            </a:r>
          </a:p>
        </p:txBody>
      </p:sp>
      <p:cxnSp>
        <p:nvCxnSpPr>
          <p:cNvPr id="22" name="Straight Connector 21">
            <a:extLst>
              <a:ext uri="{FF2B5EF4-FFF2-40B4-BE49-F238E27FC236}">
                <a16:creationId xmlns:a16="http://schemas.microsoft.com/office/drawing/2014/main" id="{03ACA555-F002-43B5-BA00-D1A50D7973B8}"/>
              </a:ext>
            </a:extLst>
          </p:cNvPr>
          <p:cNvCxnSpPr>
            <a:cxnSpLocks/>
          </p:cNvCxnSpPr>
          <p:nvPr/>
        </p:nvCxnSpPr>
        <p:spPr>
          <a:xfrm flipV="1">
            <a:off x="6780732" y="1614201"/>
            <a:ext cx="614046" cy="337295"/>
          </a:xfrm>
          <a:prstGeom prst="line">
            <a:avLst/>
          </a:prstGeom>
          <a:ln w="76200">
            <a:solidFill>
              <a:srgbClr val="6C261D"/>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8DBD052-0C30-4F9D-8B7B-76A9E7F47CFF}"/>
              </a:ext>
            </a:extLst>
          </p:cNvPr>
          <p:cNvCxnSpPr>
            <a:cxnSpLocks/>
          </p:cNvCxnSpPr>
          <p:nvPr/>
        </p:nvCxnSpPr>
        <p:spPr>
          <a:xfrm>
            <a:off x="7179327" y="3385127"/>
            <a:ext cx="1630844" cy="0"/>
          </a:xfrm>
          <a:prstGeom prst="line">
            <a:avLst/>
          </a:prstGeom>
          <a:ln w="76200">
            <a:solidFill>
              <a:srgbClr val="6C261D"/>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02F84E3F-BEB7-4398-9B73-0C8A21696272}"/>
              </a:ext>
            </a:extLst>
          </p:cNvPr>
          <p:cNvCxnSpPr>
            <a:cxnSpLocks/>
          </p:cNvCxnSpPr>
          <p:nvPr/>
        </p:nvCxnSpPr>
        <p:spPr>
          <a:xfrm>
            <a:off x="6949539" y="4598788"/>
            <a:ext cx="689500" cy="393535"/>
          </a:xfrm>
          <a:prstGeom prst="line">
            <a:avLst/>
          </a:prstGeom>
          <a:ln w="76200">
            <a:solidFill>
              <a:srgbClr val="6C261D"/>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pslz="http://schemas.microsoft.com/office/powerpoint/2016/slidezoom" Requires="pslz">
          <p:graphicFrame>
            <p:nvGraphicFramePr>
              <p:cNvPr id="1031" name="Slide Zoom 1030">
                <a:extLst>
                  <a:ext uri="{FF2B5EF4-FFF2-40B4-BE49-F238E27FC236}">
                    <a16:creationId xmlns:a16="http://schemas.microsoft.com/office/drawing/2014/main" id="{30CC36A4-9495-4B13-B969-FCE54F33453D}"/>
                  </a:ext>
                </a:extLst>
              </p:cNvPr>
              <p:cNvGraphicFramePr>
                <a:graphicFrameLocks noChangeAspect="1"/>
              </p:cNvGraphicFramePr>
              <p:nvPr>
                <p:extLst>
                  <p:ext uri="{D42A27DB-BD31-4B8C-83A1-F6EECF244321}">
                    <p14:modId xmlns:p14="http://schemas.microsoft.com/office/powerpoint/2010/main" val="3457198051"/>
                  </p:ext>
                </p:extLst>
              </p:nvPr>
            </p:nvGraphicFramePr>
            <p:xfrm>
              <a:off x="9291833" y="2333584"/>
              <a:ext cx="2204506" cy="2104300"/>
            </p:xfrm>
            <a:graphic>
              <a:graphicData uri="http://schemas.microsoft.com/office/powerpoint/2016/slidezoom">
                <pslz:sldZm>
                  <pslz:sldZmObj sldId="259" cId="1422488463">
                    <pslz:zmPr id="{44D17FE8-1C14-4D96-AA00-8E6BF74C61FE}" returnToParent="0" imageType="cover" transitionDur="1000" showBg="0">
                      <p166:blipFill xmlns:p166="http://schemas.microsoft.com/office/powerpoint/2016/6/main">
                        <a:blip r:embed="rId4">
                          <a:extLst>
                            <a:ext uri="{28A0092B-C50C-407E-A947-70E740481C1C}">
                              <a14:useLocalDpi xmlns:a14="http://schemas.microsoft.com/office/drawing/2010/main" val="0"/>
                            </a:ext>
                          </a:extLst>
                        </a:blip>
                        <a:stretch>
                          <a:fillRect/>
                        </a:stretch>
                      </p166:blipFill>
                      <p166:spPr xmlns:p166="http://schemas.microsoft.com/office/powerpoint/2016/6/main">
                        <a:xfrm>
                          <a:off x="0" y="0"/>
                          <a:ext cx="2204506" cy="2104300"/>
                        </a:xfrm>
                        <a:prstGeom prst="rect">
                          <a:avLst/>
                        </a:prstGeom>
                      </p166:spPr>
                    </pslz:zmPr>
                  </pslz:sldZmObj>
                </pslz:sldZm>
              </a:graphicData>
            </a:graphic>
          </p:graphicFrame>
        </mc:Choice>
        <mc:Fallback>
          <p:pic>
            <p:nvPicPr>
              <p:cNvPr id="1031" name="Slide Zoom 1030">
                <a:hlinkClick r:id="rId5" action="ppaction://hlinksldjump"/>
                <a:extLst>
                  <a:ext uri="{FF2B5EF4-FFF2-40B4-BE49-F238E27FC236}">
                    <a16:creationId xmlns:a16="http://schemas.microsoft.com/office/drawing/2014/main" id="{30CC36A4-9495-4B13-B969-FCE54F33453D}"/>
                  </a:ext>
                </a:extLst>
              </p:cNvPr>
              <p:cNvPicPr>
                <a:picLocks noGrp="1" noRot="1" noChangeAspect="1" noMove="1" noResize="1" noEditPoints="1" noAdjustHandles="1" noChangeArrowheads="1" noChangeShapeType="1"/>
              </p:cNvPicPr>
              <p:nvPr/>
            </p:nvPicPr>
            <p:blipFill>
              <a:blip r:embed="rId4">
                <a:extLst>
                  <a:ext uri="{28A0092B-C50C-407E-A947-70E740481C1C}">
                    <a14:useLocalDpi xmlns:a14="http://schemas.microsoft.com/office/drawing/2010/main" val="0"/>
                  </a:ext>
                </a:extLst>
              </a:blip>
              <a:stretch>
                <a:fillRect/>
              </a:stretch>
            </p:blipFill>
            <p:spPr>
              <a:xfrm>
                <a:off x="9291833" y="2333584"/>
                <a:ext cx="2204506" cy="2104300"/>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1034" name="Slide Zoom 1033">
                <a:extLst>
                  <a:ext uri="{FF2B5EF4-FFF2-40B4-BE49-F238E27FC236}">
                    <a16:creationId xmlns:a16="http://schemas.microsoft.com/office/drawing/2014/main" id="{B37D395E-6229-45D2-BACB-7A1370FDC53E}"/>
                  </a:ext>
                </a:extLst>
              </p:cNvPr>
              <p:cNvGraphicFramePr>
                <a:graphicFrameLocks noChangeAspect="1"/>
              </p:cNvGraphicFramePr>
              <p:nvPr>
                <p:extLst>
                  <p:ext uri="{D42A27DB-BD31-4B8C-83A1-F6EECF244321}">
                    <p14:modId xmlns:p14="http://schemas.microsoft.com/office/powerpoint/2010/main" val="2521765861"/>
                  </p:ext>
                </p:extLst>
              </p:nvPr>
            </p:nvGraphicFramePr>
            <p:xfrm>
              <a:off x="7828801" y="4688965"/>
              <a:ext cx="2035942" cy="1943399"/>
            </p:xfrm>
            <a:graphic>
              <a:graphicData uri="http://schemas.microsoft.com/office/powerpoint/2016/slidezoom">
                <pslz:sldZm>
                  <pslz:sldZmObj sldId="260" cId="1032062523">
                    <pslz:zmPr id="{86195B2D-9754-4D75-8AF0-2434A4E5A5AF}" returnToParent="0" imageType="cover" transitionDur="1000" showBg="0">
                      <p166:blipFill xmlns:p166="http://schemas.microsoft.com/office/powerpoint/2016/6/main">
                        <a:blip r:embed="rId4">
                          <a:extLst>
                            <a:ext uri="{28A0092B-C50C-407E-A947-70E740481C1C}">
                              <a14:useLocalDpi xmlns:a14="http://schemas.microsoft.com/office/drawing/2010/main" val="0"/>
                            </a:ext>
                          </a:extLst>
                        </a:blip>
                        <a:stretch>
                          <a:fillRect/>
                        </a:stretch>
                      </p166:blipFill>
                      <p166:spPr xmlns:p166="http://schemas.microsoft.com/office/powerpoint/2016/6/main">
                        <a:xfrm>
                          <a:off x="0" y="0"/>
                          <a:ext cx="2035942" cy="1943399"/>
                        </a:xfrm>
                        <a:prstGeom prst="rect">
                          <a:avLst/>
                        </a:prstGeom>
                      </p166:spPr>
                    </pslz:zmPr>
                  </pslz:sldZmObj>
                </pslz:sldZm>
              </a:graphicData>
            </a:graphic>
          </p:graphicFrame>
        </mc:Choice>
        <mc:Fallback>
          <p:pic>
            <p:nvPicPr>
              <p:cNvPr id="1034" name="Slide Zoom 1033">
                <a:hlinkClick r:id="rId6" action="ppaction://hlinksldjump"/>
                <a:extLst>
                  <a:ext uri="{FF2B5EF4-FFF2-40B4-BE49-F238E27FC236}">
                    <a16:creationId xmlns:a16="http://schemas.microsoft.com/office/drawing/2014/main" id="{B37D395E-6229-45D2-BACB-7A1370FDC53E}"/>
                  </a:ext>
                </a:extLst>
              </p:cNvPr>
              <p:cNvPicPr>
                <a:picLocks noGrp="1" noRot="1" noChangeAspect="1" noMove="1" noResize="1" noEditPoints="1" noAdjustHandles="1" noChangeArrowheads="1" noChangeShapeType="1"/>
              </p:cNvPicPr>
              <p:nvPr/>
            </p:nvPicPr>
            <p:blipFill>
              <a:blip r:embed="rId4">
                <a:extLst>
                  <a:ext uri="{28A0092B-C50C-407E-A947-70E740481C1C}">
                    <a14:useLocalDpi xmlns:a14="http://schemas.microsoft.com/office/drawing/2010/main" val="0"/>
                  </a:ext>
                </a:extLst>
              </a:blip>
              <a:stretch>
                <a:fillRect/>
              </a:stretch>
            </p:blipFill>
            <p:spPr>
              <a:xfrm>
                <a:off x="7828801" y="4688965"/>
                <a:ext cx="2035942" cy="1943399"/>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1037" name="Slide Zoom 1036">
                <a:extLst>
                  <a:ext uri="{FF2B5EF4-FFF2-40B4-BE49-F238E27FC236}">
                    <a16:creationId xmlns:a16="http://schemas.microsoft.com/office/drawing/2014/main" id="{8BA9CD31-389D-40CA-8F43-7824C67C5760}"/>
                  </a:ext>
                </a:extLst>
              </p:cNvPr>
              <p:cNvGraphicFramePr>
                <a:graphicFrameLocks noChangeAspect="1"/>
              </p:cNvGraphicFramePr>
              <p:nvPr>
                <p:extLst>
                  <p:ext uri="{D42A27DB-BD31-4B8C-83A1-F6EECF244321}">
                    <p14:modId xmlns:p14="http://schemas.microsoft.com/office/powerpoint/2010/main" val="1313365288"/>
                  </p:ext>
                </p:extLst>
              </p:nvPr>
            </p:nvGraphicFramePr>
            <p:xfrm>
              <a:off x="7780779" y="313381"/>
              <a:ext cx="1962954" cy="1855654"/>
            </p:xfrm>
            <a:graphic>
              <a:graphicData uri="http://schemas.microsoft.com/office/powerpoint/2016/slidezoom">
                <pslz:sldZm>
                  <pslz:sldZmObj sldId="267" cId="1267335200">
                    <pslz:zmPr id="{4BEDCAAE-4287-44F2-A0D1-6006C4BCAEF3}" returnToParent="0" imageType="cover" transitionDur="1000" showBg="0">
                      <p166:blipFill xmlns:p166="http://schemas.microsoft.com/office/powerpoint/2016/6/main">
                        <a:blip r:embed="rId7">
                          <a:extLst>
                            <a:ext uri="{28A0092B-C50C-407E-A947-70E740481C1C}">
                              <a14:useLocalDpi xmlns:a14="http://schemas.microsoft.com/office/drawing/2010/main" val="0"/>
                            </a:ext>
                          </a:extLst>
                        </a:blip>
                        <a:stretch>
                          <a:fillRect/>
                        </a:stretch>
                      </p166:blipFill>
                      <p166:spPr xmlns:p166="http://schemas.microsoft.com/office/powerpoint/2016/6/main">
                        <a:xfrm>
                          <a:off x="0" y="0"/>
                          <a:ext cx="1962954" cy="1855654"/>
                        </a:xfrm>
                        <a:prstGeom prst="rect">
                          <a:avLst/>
                        </a:prstGeom>
                      </p166:spPr>
                    </pslz:zmPr>
                  </pslz:sldZmObj>
                </pslz:sldZm>
              </a:graphicData>
            </a:graphic>
          </p:graphicFrame>
        </mc:Choice>
        <mc:Fallback>
          <p:pic>
            <p:nvPicPr>
              <p:cNvPr id="1037" name="Slide Zoom 1036">
                <a:hlinkClick r:id="rId8" action="ppaction://hlinksldjump"/>
                <a:extLst>
                  <a:ext uri="{FF2B5EF4-FFF2-40B4-BE49-F238E27FC236}">
                    <a16:creationId xmlns:a16="http://schemas.microsoft.com/office/drawing/2014/main" id="{8BA9CD31-389D-40CA-8F43-7824C67C5760}"/>
                  </a:ext>
                </a:extLst>
              </p:cNvPr>
              <p:cNvPicPr>
                <a:picLocks noGrp="1" noRot="1" noChangeAspect="1" noMove="1" noResize="1" noEditPoints="1" noAdjustHandles="1" noChangeArrowheads="1" noChangeShapeType="1"/>
              </p:cNvPicPr>
              <p:nvPr/>
            </p:nvPicPr>
            <p:blipFill>
              <a:blip r:embed="rId7">
                <a:extLst>
                  <a:ext uri="{28A0092B-C50C-407E-A947-70E740481C1C}">
                    <a14:useLocalDpi xmlns:a14="http://schemas.microsoft.com/office/drawing/2010/main" val="0"/>
                  </a:ext>
                </a:extLst>
              </a:blip>
              <a:stretch>
                <a:fillRect/>
              </a:stretch>
            </p:blipFill>
            <p:spPr>
              <a:xfrm>
                <a:off x="7780779" y="313381"/>
                <a:ext cx="1962954" cy="1855654"/>
              </a:xfrm>
              <a:prstGeom prst="rect">
                <a:avLst/>
              </a:prstGeom>
            </p:spPr>
          </p:pic>
        </mc:Fallback>
      </mc:AlternateContent>
    </p:spTree>
    <p:extLst>
      <p:ext uri="{BB962C8B-B14F-4D97-AF65-F5344CB8AC3E}">
        <p14:creationId xmlns:p14="http://schemas.microsoft.com/office/powerpoint/2010/main" val="35117035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61E3E"/>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F0F8106-4806-4159-A318-32C103F2EB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7328082" y="2571750"/>
            <a:ext cx="5143500" cy="6858000"/>
          </a:xfrm>
          <a:prstGeom prst="rect">
            <a:avLst/>
          </a:prstGeom>
        </p:spPr>
      </p:pic>
      <p:sp>
        <p:nvSpPr>
          <p:cNvPr id="6" name="TextBox 5">
            <a:extLst>
              <a:ext uri="{FF2B5EF4-FFF2-40B4-BE49-F238E27FC236}">
                <a16:creationId xmlns:a16="http://schemas.microsoft.com/office/drawing/2014/main" id="{9A96234C-135C-4477-BAF8-E330D2DF8DDD}"/>
              </a:ext>
            </a:extLst>
          </p:cNvPr>
          <p:cNvSpPr txBox="1"/>
          <p:nvPr/>
        </p:nvSpPr>
        <p:spPr>
          <a:xfrm>
            <a:off x="217170" y="0"/>
            <a:ext cx="2964273" cy="769441"/>
          </a:xfrm>
          <a:prstGeom prst="rect">
            <a:avLst/>
          </a:prstGeom>
          <a:noFill/>
        </p:spPr>
        <p:txBody>
          <a:bodyPr wrap="none" rtlCol="0">
            <a:spAutoFit/>
          </a:bodyPr>
          <a:lstStyle/>
          <a:p>
            <a:r>
              <a:rPr lang="en-US" sz="4400" dirty="0">
                <a:solidFill>
                  <a:srgbClr val="6C261D"/>
                </a:solidFill>
                <a:latin typeface="Raleway black" panose="020B0A03030101060003" pitchFamily="34" charset="0"/>
              </a:rPr>
              <a:t>DRAWING</a:t>
            </a:r>
          </a:p>
        </p:txBody>
      </p:sp>
      <p:sp>
        <p:nvSpPr>
          <p:cNvPr id="7" name="Rectangle 6">
            <a:extLst>
              <a:ext uri="{FF2B5EF4-FFF2-40B4-BE49-F238E27FC236}">
                <a16:creationId xmlns:a16="http://schemas.microsoft.com/office/drawing/2014/main" id="{CC754196-CBCC-478A-818C-929CE231A1F8}"/>
              </a:ext>
            </a:extLst>
          </p:cNvPr>
          <p:cNvSpPr/>
          <p:nvPr/>
        </p:nvSpPr>
        <p:spPr>
          <a:xfrm>
            <a:off x="-3311072" y="678001"/>
            <a:ext cx="3154680" cy="91440"/>
          </a:xfrm>
          <a:prstGeom prst="rect">
            <a:avLst/>
          </a:prstGeom>
          <a:solidFill>
            <a:srgbClr val="6C2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67335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2.5E-6 4.44444E-6 L 0.27787 -0.00672 " pathEditMode="relative" rAng="0" ptsTypes="AA">
                                      <p:cBhvr>
                                        <p:cTn id="6" dur="1000" fill="hold"/>
                                        <p:tgtEl>
                                          <p:spTgt spid="7"/>
                                        </p:tgtEl>
                                        <p:attrNameLst>
                                          <p:attrName>ppt_x</p:attrName>
                                          <p:attrName>ppt_y</p:attrName>
                                        </p:attrNameLst>
                                      </p:cBhvr>
                                      <p:rCtr x="13893" y="-347"/>
                                    </p:animMotion>
                                  </p:childTnLst>
                                </p:cTn>
                              </p:par>
                              <p:par>
                                <p:cTn id="7" presetID="10"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10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0" presetClass="path" presetSubtype="0" accel="50000" decel="50000" fill="hold" nodeType="clickEffect">
                                  <p:stCondLst>
                                    <p:cond delay="0"/>
                                  </p:stCondLst>
                                  <p:childTnLst>
                                    <p:animMotion origin="layout" path="M 4.16667E-6 1.11022E-16 L 4.16667E-6 0.00023 C 0.02747 -0.01366 0.05455 -0.02824 0.08242 -0.04074 C 0.13307 -0.06296 0.18007 -0.06875 0.22877 -0.10116 C 0.29987 -0.14769 0.24856 -0.11898 0.32955 -0.15162 C 0.37877 -0.17106 0.37682 -0.17569 0.43007 -0.19167 C 0.44492 -0.1963 0.46054 -0.19838 0.47565 -0.20185 C 0.54557 -0.24028 0.47682 -0.20486 0.56718 -0.24213 C 0.59791 -0.25486 0.6263 -0.27639 0.65885 -0.28264 C 0.67708 -0.28565 0.69531 -0.28843 0.71354 -0.29259 C 0.72604 -0.29514 0.73776 -0.30023 0.75026 -0.30255 C 0.77448 -0.30718 0.79895 -0.30926 0.82343 -0.31273 C 0.85533 -0.32431 0.85794 -0.32662 0.89674 -0.33287 C 0.9026 -0.3338 0.90885 -0.33287 0.9151 -0.33287 " pathEditMode="relative" rAng="0" ptsTypes="AAAAAAAAAAAAAA">
                                      <p:cBhvr>
                                        <p:cTn id="13" dur="1000" fill="hold"/>
                                        <p:tgtEl>
                                          <p:spTgt spid="5"/>
                                        </p:tgtEl>
                                        <p:attrNameLst>
                                          <p:attrName>ppt_x</p:attrName>
                                          <p:attrName>ppt_y</p:attrName>
                                        </p:attrNameLst>
                                      </p:cBhvr>
                                      <p:rCtr x="45755" y="-16667"/>
                                    </p:animMotion>
                                  </p:childTnLst>
                                </p:cTn>
                              </p:par>
                              <p:par>
                                <p:cTn id="14" presetID="8" presetClass="emph" presetSubtype="0" fill="hold" nodeType="withEffect">
                                  <p:stCondLst>
                                    <p:cond delay="0"/>
                                  </p:stCondLst>
                                  <p:childTnLst>
                                    <p:animRot by="21600000">
                                      <p:cBhvr>
                                        <p:cTn id="15" dur="1000" fill="hold"/>
                                        <p:tgtEl>
                                          <p:spTgt spid="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61E3E"/>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625D7EA-5C50-4A52-BD19-CC4B3E3953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7587" y="1670270"/>
            <a:ext cx="1396825" cy="3517460"/>
          </a:xfrm>
          <a:prstGeom prst="rect">
            <a:avLst/>
          </a:prstGeom>
        </p:spPr>
      </p:pic>
      <p:cxnSp>
        <p:nvCxnSpPr>
          <p:cNvPr id="11" name="Straight Arrow Connector 10">
            <a:extLst>
              <a:ext uri="{FF2B5EF4-FFF2-40B4-BE49-F238E27FC236}">
                <a16:creationId xmlns:a16="http://schemas.microsoft.com/office/drawing/2014/main" id="{B009FBA4-7973-40ED-967D-F33FD44F0014}"/>
              </a:ext>
            </a:extLst>
          </p:cNvPr>
          <p:cNvCxnSpPr>
            <a:cxnSpLocks/>
          </p:cNvCxnSpPr>
          <p:nvPr/>
        </p:nvCxnSpPr>
        <p:spPr>
          <a:xfrm flipH="1">
            <a:off x="9239250" y="-685800"/>
            <a:ext cx="1390650" cy="685800"/>
          </a:xfrm>
          <a:prstGeom prst="straightConnector1">
            <a:avLst/>
          </a:prstGeom>
          <a:ln w="76200">
            <a:solidFill>
              <a:srgbClr val="6C261D"/>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3037BAE9-FDC3-4453-A8B2-093FE3FEB4CF}"/>
              </a:ext>
            </a:extLst>
          </p:cNvPr>
          <p:cNvCxnSpPr>
            <a:cxnSpLocks/>
          </p:cNvCxnSpPr>
          <p:nvPr/>
        </p:nvCxnSpPr>
        <p:spPr>
          <a:xfrm flipH="1">
            <a:off x="12192000" y="3425190"/>
            <a:ext cx="1779270" cy="0"/>
          </a:xfrm>
          <a:prstGeom prst="straightConnector1">
            <a:avLst/>
          </a:prstGeom>
          <a:ln w="76200">
            <a:solidFill>
              <a:srgbClr val="6C261D"/>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40485C1-C227-4C9B-8D0F-3215DCED85F6}"/>
              </a:ext>
            </a:extLst>
          </p:cNvPr>
          <p:cNvCxnSpPr>
            <a:cxnSpLocks/>
          </p:cNvCxnSpPr>
          <p:nvPr/>
        </p:nvCxnSpPr>
        <p:spPr>
          <a:xfrm>
            <a:off x="-1756410" y="3893820"/>
            <a:ext cx="1756410" cy="0"/>
          </a:xfrm>
          <a:prstGeom prst="straightConnector1">
            <a:avLst/>
          </a:prstGeom>
          <a:ln w="76200">
            <a:solidFill>
              <a:srgbClr val="6C261D"/>
            </a:solidFill>
            <a:tailEnd type="triangle"/>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EF14A6C3-C0FD-461F-A0A2-85E32C331A61}"/>
              </a:ext>
            </a:extLst>
          </p:cNvPr>
          <p:cNvSpPr txBox="1"/>
          <p:nvPr/>
        </p:nvSpPr>
        <p:spPr>
          <a:xfrm>
            <a:off x="1480886" y="3570654"/>
            <a:ext cx="2616422" cy="646331"/>
          </a:xfrm>
          <a:prstGeom prst="rect">
            <a:avLst/>
          </a:prstGeom>
          <a:noFill/>
        </p:spPr>
        <p:txBody>
          <a:bodyPr wrap="none" rtlCol="0">
            <a:spAutoFit/>
          </a:bodyPr>
          <a:lstStyle/>
          <a:p>
            <a:pPr algn="ctr"/>
            <a:r>
              <a:rPr lang="en-US" dirty="0">
                <a:solidFill>
                  <a:srgbClr val="6C261D"/>
                </a:solidFill>
                <a:latin typeface="Raleway black" panose="020B0A03030101060003" pitchFamily="34" charset="0"/>
              </a:rPr>
              <a:t>MASS STORAGE</a:t>
            </a:r>
            <a:br>
              <a:rPr lang="en-US" dirty="0">
                <a:solidFill>
                  <a:srgbClr val="6C261D"/>
                </a:solidFill>
                <a:latin typeface="Raleway black" panose="020B0A03030101060003" pitchFamily="34" charset="0"/>
              </a:rPr>
            </a:br>
            <a:r>
              <a:rPr lang="en-US" dirty="0">
                <a:solidFill>
                  <a:srgbClr val="6C261D"/>
                </a:solidFill>
                <a:latin typeface="Raleway black" panose="020B0A03030101060003" pitchFamily="34" charset="0"/>
              </a:rPr>
              <a:t>CONTROLLER DEVICE</a:t>
            </a:r>
          </a:p>
        </p:txBody>
      </p:sp>
      <p:sp>
        <p:nvSpPr>
          <p:cNvPr id="72" name="TextBox 71">
            <a:extLst>
              <a:ext uri="{FF2B5EF4-FFF2-40B4-BE49-F238E27FC236}">
                <a16:creationId xmlns:a16="http://schemas.microsoft.com/office/drawing/2014/main" id="{FB666B05-5251-4A1E-A7BF-84FD088F6050}"/>
              </a:ext>
            </a:extLst>
          </p:cNvPr>
          <p:cNvSpPr txBox="1"/>
          <p:nvPr/>
        </p:nvSpPr>
        <p:spPr>
          <a:xfrm>
            <a:off x="8569217" y="3241446"/>
            <a:ext cx="2733441" cy="369332"/>
          </a:xfrm>
          <a:prstGeom prst="rect">
            <a:avLst/>
          </a:prstGeom>
          <a:noFill/>
        </p:spPr>
        <p:txBody>
          <a:bodyPr wrap="none" rtlCol="0">
            <a:spAutoFit/>
          </a:bodyPr>
          <a:lstStyle/>
          <a:p>
            <a:pPr algn="ctr"/>
            <a:r>
              <a:rPr lang="en-US" dirty="0">
                <a:solidFill>
                  <a:srgbClr val="6C261D"/>
                </a:solidFill>
                <a:latin typeface="Raleway black" panose="020B0A03030101060003" pitchFamily="34" charset="0"/>
              </a:rPr>
              <a:t>CRYSTAL OSCILLATOR</a:t>
            </a:r>
          </a:p>
        </p:txBody>
      </p:sp>
      <p:sp>
        <p:nvSpPr>
          <p:cNvPr id="73" name="TextBox 72">
            <a:extLst>
              <a:ext uri="{FF2B5EF4-FFF2-40B4-BE49-F238E27FC236}">
                <a16:creationId xmlns:a16="http://schemas.microsoft.com/office/drawing/2014/main" id="{181D60B6-F69F-4026-BCF3-5A592F41DB9E}"/>
              </a:ext>
            </a:extLst>
          </p:cNvPr>
          <p:cNvSpPr txBox="1"/>
          <p:nvPr/>
        </p:nvSpPr>
        <p:spPr>
          <a:xfrm>
            <a:off x="8106560" y="867439"/>
            <a:ext cx="1329211" cy="369332"/>
          </a:xfrm>
          <a:prstGeom prst="rect">
            <a:avLst/>
          </a:prstGeom>
          <a:noFill/>
        </p:spPr>
        <p:txBody>
          <a:bodyPr wrap="none" rtlCol="0">
            <a:spAutoFit/>
          </a:bodyPr>
          <a:lstStyle/>
          <a:p>
            <a:pPr algn="ctr"/>
            <a:r>
              <a:rPr lang="en-US" dirty="0">
                <a:solidFill>
                  <a:srgbClr val="6C261D"/>
                </a:solidFill>
                <a:latin typeface="Raleway black" panose="020B0A03030101060003" pitchFamily="34" charset="0"/>
              </a:rPr>
              <a:t>USB PLUG</a:t>
            </a:r>
          </a:p>
        </p:txBody>
      </p:sp>
      <p:sp>
        <p:nvSpPr>
          <p:cNvPr id="75" name="TextBox 74">
            <a:extLst>
              <a:ext uri="{FF2B5EF4-FFF2-40B4-BE49-F238E27FC236}">
                <a16:creationId xmlns:a16="http://schemas.microsoft.com/office/drawing/2014/main" id="{2BA84F58-BD0F-490B-B34D-30B50F020C21}"/>
              </a:ext>
            </a:extLst>
          </p:cNvPr>
          <p:cNvSpPr txBox="1"/>
          <p:nvPr/>
        </p:nvSpPr>
        <p:spPr>
          <a:xfrm>
            <a:off x="-1632857" y="97998"/>
            <a:ext cx="8033656" cy="769441"/>
          </a:xfrm>
          <a:prstGeom prst="rect">
            <a:avLst/>
          </a:prstGeom>
          <a:noFill/>
        </p:spPr>
        <p:txBody>
          <a:bodyPr wrap="square">
            <a:spAutoFit/>
          </a:bodyPr>
          <a:lstStyle/>
          <a:p>
            <a:pPr algn="ctr"/>
            <a:r>
              <a:rPr lang="en-US" sz="4400" spc="-150" dirty="0">
                <a:solidFill>
                  <a:srgbClr val="6C261D"/>
                </a:solidFill>
                <a:latin typeface="Raleway black" panose="020B0A03030101060003" pitchFamily="34" charset="0"/>
              </a:rPr>
              <a:t>LABELED PARTS</a:t>
            </a:r>
          </a:p>
        </p:txBody>
      </p:sp>
      <p:sp>
        <p:nvSpPr>
          <p:cNvPr id="76" name="Rectangle 75">
            <a:extLst>
              <a:ext uri="{FF2B5EF4-FFF2-40B4-BE49-F238E27FC236}">
                <a16:creationId xmlns:a16="http://schemas.microsoft.com/office/drawing/2014/main" id="{61C687D7-AA20-4588-8EDF-92E29C231F04}"/>
              </a:ext>
            </a:extLst>
          </p:cNvPr>
          <p:cNvSpPr/>
          <p:nvPr/>
        </p:nvSpPr>
        <p:spPr>
          <a:xfrm>
            <a:off x="-5318784" y="798391"/>
            <a:ext cx="4593771" cy="138096"/>
          </a:xfrm>
          <a:prstGeom prst="rect">
            <a:avLst/>
          </a:prstGeom>
          <a:solidFill>
            <a:srgbClr val="6C2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TextBox 80">
            <a:extLst>
              <a:ext uri="{FF2B5EF4-FFF2-40B4-BE49-F238E27FC236}">
                <a16:creationId xmlns:a16="http://schemas.microsoft.com/office/drawing/2014/main" id="{D10F87F5-1C35-4675-8E8B-8B04BB7A2B6C}"/>
              </a:ext>
            </a:extLst>
          </p:cNvPr>
          <p:cNvSpPr txBox="1"/>
          <p:nvPr/>
        </p:nvSpPr>
        <p:spPr>
          <a:xfrm>
            <a:off x="12312579" y="5584371"/>
            <a:ext cx="673582" cy="369332"/>
          </a:xfrm>
          <a:prstGeom prst="rect">
            <a:avLst/>
          </a:prstGeom>
          <a:noFill/>
        </p:spPr>
        <p:txBody>
          <a:bodyPr wrap="none" rtlCol="0">
            <a:spAutoFit/>
          </a:bodyPr>
          <a:lstStyle/>
          <a:p>
            <a:r>
              <a:rPr lang="en-US" dirty="0">
                <a:solidFill>
                  <a:srgbClr val="6C261D"/>
                </a:solidFill>
                <a:latin typeface="Raleway black" panose="020B0A03030101060003" pitchFamily="34" charset="0"/>
              </a:rPr>
              <a:t>LED </a:t>
            </a:r>
          </a:p>
        </p:txBody>
      </p:sp>
      <p:pic>
        <p:nvPicPr>
          <p:cNvPr id="85" name="Picture 84">
            <a:extLst>
              <a:ext uri="{FF2B5EF4-FFF2-40B4-BE49-F238E27FC236}">
                <a16:creationId xmlns:a16="http://schemas.microsoft.com/office/drawing/2014/main" id="{8E57439A-4C5E-4C22-A3B5-C363A858B2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6247" y="4693080"/>
            <a:ext cx="2537172" cy="1782582"/>
          </a:xfrm>
          <a:prstGeom prst="rect">
            <a:avLst/>
          </a:prstGeom>
        </p:spPr>
      </p:pic>
      <p:cxnSp>
        <p:nvCxnSpPr>
          <p:cNvPr id="89" name="Straight Arrow Connector 88">
            <a:extLst>
              <a:ext uri="{FF2B5EF4-FFF2-40B4-BE49-F238E27FC236}">
                <a16:creationId xmlns:a16="http://schemas.microsoft.com/office/drawing/2014/main" id="{91A226F1-8749-4321-AE16-698C27561E9B}"/>
              </a:ext>
            </a:extLst>
          </p:cNvPr>
          <p:cNvCxnSpPr>
            <a:cxnSpLocks/>
          </p:cNvCxnSpPr>
          <p:nvPr/>
        </p:nvCxnSpPr>
        <p:spPr>
          <a:xfrm flipH="1">
            <a:off x="12312579" y="5420695"/>
            <a:ext cx="1785995" cy="0"/>
          </a:xfrm>
          <a:prstGeom prst="straightConnector1">
            <a:avLst/>
          </a:prstGeom>
          <a:ln w="76200">
            <a:solidFill>
              <a:srgbClr val="6C261D"/>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2488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5"/>
                                        </p:tgtEl>
                                        <p:attrNameLst>
                                          <p:attrName>style.visibility</p:attrName>
                                        </p:attrNameLst>
                                      </p:cBhvr>
                                      <p:to>
                                        <p:strVal val="visible"/>
                                      </p:to>
                                    </p:set>
                                    <p:animEffect transition="in" filter="barn(inVertical)">
                                      <p:cBhvr>
                                        <p:cTn id="7" dur="1000"/>
                                        <p:tgtEl>
                                          <p:spTgt spid="75"/>
                                        </p:tgtEl>
                                      </p:cBhvr>
                                    </p:animEffect>
                                  </p:childTnLst>
                                </p:cTn>
                              </p:par>
                              <p:par>
                                <p:cTn id="8" presetID="42" presetClass="path" presetSubtype="0" accel="50000" decel="50000" fill="hold" grpId="0" nodeType="withEffect">
                                  <p:stCondLst>
                                    <p:cond delay="0"/>
                                  </p:stCondLst>
                                  <p:childTnLst>
                                    <p:animMotion origin="layout" path="M -3.54167E-6 1.11111E-6 L 0.4418 1.11111E-6 " pathEditMode="relative" rAng="0" ptsTypes="AA">
                                      <p:cBhvr>
                                        <p:cTn id="9" dur="1000" fill="hold"/>
                                        <p:tgtEl>
                                          <p:spTgt spid="76"/>
                                        </p:tgtEl>
                                        <p:attrNameLst>
                                          <p:attrName>ppt_x</p:attrName>
                                          <p:attrName>ppt_y</p:attrName>
                                        </p:attrNameLst>
                                      </p:cBhvr>
                                      <p:rCtr x="22096" y="0"/>
                                    </p:animMotion>
                                  </p:childTnLst>
                                </p:cTn>
                              </p:par>
                              <p:par>
                                <p:cTn id="10" presetID="31" presetClass="entr" presetSubtype="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1000" fill="hold"/>
                                        <p:tgtEl>
                                          <p:spTgt spid="9"/>
                                        </p:tgtEl>
                                        <p:attrNameLst>
                                          <p:attrName>ppt_w</p:attrName>
                                        </p:attrNameLst>
                                      </p:cBhvr>
                                      <p:tavLst>
                                        <p:tav tm="0">
                                          <p:val>
                                            <p:fltVal val="0"/>
                                          </p:val>
                                        </p:tav>
                                        <p:tav tm="100000">
                                          <p:val>
                                            <p:strVal val="#ppt_w"/>
                                          </p:val>
                                        </p:tav>
                                      </p:tavLst>
                                    </p:anim>
                                    <p:anim calcmode="lin" valueType="num">
                                      <p:cBhvr>
                                        <p:cTn id="13" dur="1000" fill="hold"/>
                                        <p:tgtEl>
                                          <p:spTgt spid="9"/>
                                        </p:tgtEl>
                                        <p:attrNameLst>
                                          <p:attrName>ppt_h</p:attrName>
                                        </p:attrNameLst>
                                      </p:cBhvr>
                                      <p:tavLst>
                                        <p:tav tm="0">
                                          <p:val>
                                            <p:fltVal val="0"/>
                                          </p:val>
                                        </p:tav>
                                        <p:tav tm="100000">
                                          <p:val>
                                            <p:strVal val="#ppt_h"/>
                                          </p:val>
                                        </p:tav>
                                      </p:tavLst>
                                    </p:anim>
                                    <p:anim calcmode="lin" valueType="num">
                                      <p:cBhvr>
                                        <p:cTn id="14" dur="1000" fill="hold"/>
                                        <p:tgtEl>
                                          <p:spTgt spid="9"/>
                                        </p:tgtEl>
                                        <p:attrNameLst>
                                          <p:attrName>style.rotation</p:attrName>
                                        </p:attrNameLst>
                                      </p:cBhvr>
                                      <p:tavLst>
                                        <p:tav tm="0">
                                          <p:val>
                                            <p:fltVal val="90"/>
                                          </p:val>
                                        </p:tav>
                                        <p:tav tm="100000">
                                          <p:val>
                                            <p:fltVal val="0"/>
                                          </p:val>
                                        </p:tav>
                                      </p:tavLst>
                                    </p:anim>
                                    <p:animEffect transition="in" filter="fade">
                                      <p:cBhvr>
                                        <p:cTn id="15" dur="10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path" presetSubtype="0" accel="50000" decel="50000" fill="hold" nodeType="clickEffect">
                                  <p:stCondLst>
                                    <p:cond delay="0"/>
                                  </p:stCondLst>
                                  <p:childTnLst>
                                    <p:animMotion origin="layout" path="M -0.03515 -0.01018 L 0.50014 -4.07407E-6 " pathEditMode="relative" rAng="0" ptsTypes="AA">
                                      <p:cBhvr>
                                        <p:cTn id="19" dur="1000" fill="hold"/>
                                        <p:tgtEl>
                                          <p:spTgt spid="15"/>
                                        </p:tgtEl>
                                        <p:attrNameLst>
                                          <p:attrName>ppt_x</p:attrName>
                                          <p:attrName>ppt_y</p:attrName>
                                        </p:attrNameLst>
                                      </p:cBhvr>
                                      <p:rCtr x="26758" y="509"/>
                                    </p:animMotion>
                                  </p:childTnLst>
                                </p:cTn>
                              </p:par>
                              <p:par>
                                <p:cTn id="20" presetID="10" presetClass="entr" presetSubtype="0" fill="hold" grpId="0" nodeType="withEffect">
                                  <p:stCondLst>
                                    <p:cond delay="0"/>
                                  </p:stCondLst>
                                  <p:childTnLst>
                                    <p:set>
                                      <p:cBhvr>
                                        <p:cTn id="21" dur="1" fill="hold">
                                          <p:stCondLst>
                                            <p:cond delay="0"/>
                                          </p:stCondLst>
                                        </p:cTn>
                                        <p:tgtEl>
                                          <p:spTgt spid="71"/>
                                        </p:tgtEl>
                                        <p:attrNameLst>
                                          <p:attrName>style.visibility</p:attrName>
                                        </p:attrNameLst>
                                      </p:cBhvr>
                                      <p:to>
                                        <p:strVal val="visible"/>
                                      </p:to>
                                    </p:set>
                                    <p:animEffect transition="in" filter="fade">
                                      <p:cBhvr>
                                        <p:cTn id="22" dur="1000"/>
                                        <p:tgtEl>
                                          <p:spTgt spid="71"/>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path" presetSubtype="0" accel="50000" decel="50000" fill="hold" nodeType="clickEffect">
                                  <p:stCondLst>
                                    <p:cond delay="0"/>
                                  </p:stCondLst>
                                  <p:childTnLst>
                                    <p:animMotion origin="layout" path="M 1.875E-6 -4.81481E-6 L -0.23529 0.26621 " pathEditMode="relative" rAng="0" ptsTypes="AA">
                                      <p:cBhvr>
                                        <p:cTn id="26" dur="1000" fill="hold"/>
                                        <p:tgtEl>
                                          <p:spTgt spid="11"/>
                                        </p:tgtEl>
                                        <p:attrNameLst>
                                          <p:attrName>ppt_x</p:attrName>
                                          <p:attrName>ppt_y</p:attrName>
                                        </p:attrNameLst>
                                      </p:cBhvr>
                                      <p:rCtr x="-11771" y="13310"/>
                                    </p:animMotion>
                                  </p:childTnLst>
                                </p:cTn>
                              </p:par>
                              <p:par>
                                <p:cTn id="27" presetID="10" presetClass="entr" presetSubtype="0" fill="hold" grpId="0" nodeType="withEffect">
                                  <p:stCondLst>
                                    <p:cond delay="0"/>
                                  </p:stCondLst>
                                  <p:childTnLst>
                                    <p:set>
                                      <p:cBhvr>
                                        <p:cTn id="28" dur="1" fill="hold">
                                          <p:stCondLst>
                                            <p:cond delay="0"/>
                                          </p:stCondLst>
                                        </p:cTn>
                                        <p:tgtEl>
                                          <p:spTgt spid="73"/>
                                        </p:tgtEl>
                                        <p:attrNameLst>
                                          <p:attrName>style.visibility</p:attrName>
                                        </p:attrNameLst>
                                      </p:cBhvr>
                                      <p:to>
                                        <p:strVal val="visible"/>
                                      </p:to>
                                    </p:set>
                                    <p:animEffect transition="in" filter="fade">
                                      <p:cBhvr>
                                        <p:cTn id="29" dur="1000"/>
                                        <p:tgtEl>
                                          <p:spTgt spid="73"/>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85"/>
                                        </p:tgtEl>
                                        <p:attrNameLst>
                                          <p:attrName>style.visibility</p:attrName>
                                        </p:attrNameLst>
                                      </p:cBhvr>
                                      <p:to>
                                        <p:strVal val="visible"/>
                                      </p:to>
                                    </p:set>
                                    <p:animEffect transition="in" filter="fade">
                                      <p:cBhvr>
                                        <p:cTn id="34" dur="500"/>
                                        <p:tgtEl>
                                          <p:spTgt spid="85"/>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path" presetSubtype="0" accel="50000" decel="50000" fill="hold" nodeType="clickEffect">
                                  <p:stCondLst>
                                    <p:cond delay="0"/>
                                  </p:stCondLst>
                                  <p:childTnLst>
                                    <p:animMotion origin="layout" path="M -2.91667E-6 7.40741E-7 L -0.79817 0.03542 " pathEditMode="relative" rAng="0" ptsTypes="AA">
                                      <p:cBhvr>
                                        <p:cTn id="38" dur="2000" fill="hold"/>
                                        <p:tgtEl>
                                          <p:spTgt spid="89"/>
                                        </p:tgtEl>
                                        <p:attrNameLst>
                                          <p:attrName>ppt_x</p:attrName>
                                          <p:attrName>ppt_y</p:attrName>
                                        </p:attrNameLst>
                                      </p:cBhvr>
                                      <p:rCtr x="-39909" y="1759"/>
                                    </p:animMotion>
                                  </p:childTnLst>
                                </p:cTn>
                              </p:par>
                              <p:par>
                                <p:cTn id="39" presetID="42" presetClass="path" presetSubtype="0" accel="50000" decel="50000" fill="hold" grpId="0" nodeType="withEffect">
                                  <p:stCondLst>
                                    <p:cond delay="0"/>
                                  </p:stCondLst>
                                  <p:childTnLst>
                                    <p:animMotion origin="layout" path="M -2.22045E-16 -3.7037E-6 L -0.63398 -3.7037E-6 " pathEditMode="relative" rAng="0" ptsTypes="AA">
                                      <p:cBhvr>
                                        <p:cTn id="40" dur="2000" fill="hold"/>
                                        <p:tgtEl>
                                          <p:spTgt spid="81"/>
                                        </p:tgtEl>
                                        <p:attrNameLst>
                                          <p:attrName>ppt_x</p:attrName>
                                          <p:attrName>ppt_y</p:attrName>
                                        </p:attrNameLst>
                                      </p:cBhvr>
                                      <p:rCtr x="-31706" y="0"/>
                                    </p:animMotion>
                                  </p:childTnLst>
                                </p:cTn>
                              </p:par>
                            </p:childTnLst>
                          </p:cTn>
                        </p:par>
                      </p:childTnLst>
                    </p:cTn>
                  </p:par>
                  <p:par>
                    <p:cTn id="41" fill="hold">
                      <p:stCondLst>
                        <p:cond delay="indefinite"/>
                      </p:stCondLst>
                      <p:childTnLst>
                        <p:par>
                          <p:cTn id="42" fill="hold">
                            <p:stCondLst>
                              <p:cond delay="0"/>
                            </p:stCondLst>
                            <p:childTnLst>
                              <p:par>
                                <p:cTn id="43" presetID="42" presetClass="path" presetSubtype="0" accel="50000" decel="50000" fill="hold" nodeType="clickEffect">
                                  <p:stCondLst>
                                    <p:cond delay="0"/>
                                  </p:stCondLst>
                                  <p:childTnLst>
                                    <p:animMotion origin="layout" path="M 3.33333E-6 2.96296E-6 L -0.48229 2.96296E-6 " pathEditMode="relative" rAng="0" ptsTypes="AA">
                                      <p:cBhvr>
                                        <p:cTn id="44" dur="1000" fill="hold"/>
                                        <p:tgtEl>
                                          <p:spTgt spid="14"/>
                                        </p:tgtEl>
                                        <p:attrNameLst>
                                          <p:attrName>ppt_x</p:attrName>
                                          <p:attrName>ppt_y</p:attrName>
                                        </p:attrNameLst>
                                      </p:cBhvr>
                                      <p:rCtr x="-24115" y="0"/>
                                    </p:animMotion>
                                  </p:childTnLst>
                                </p:cTn>
                              </p:par>
                              <p:par>
                                <p:cTn id="45" presetID="10" presetClass="entr" presetSubtype="0" fill="hold" grpId="0" nodeType="withEffect">
                                  <p:stCondLst>
                                    <p:cond delay="0"/>
                                  </p:stCondLst>
                                  <p:childTnLst>
                                    <p:set>
                                      <p:cBhvr>
                                        <p:cTn id="46" dur="1" fill="hold">
                                          <p:stCondLst>
                                            <p:cond delay="0"/>
                                          </p:stCondLst>
                                        </p:cTn>
                                        <p:tgtEl>
                                          <p:spTgt spid="72"/>
                                        </p:tgtEl>
                                        <p:attrNameLst>
                                          <p:attrName>style.visibility</p:attrName>
                                        </p:attrNameLst>
                                      </p:cBhvr>
                                      <p:to>
                                        <p:strVal val="visible"/>
                                      </p:to>
                                    </p:set>
                                    <p:animEffect transition="in" filter="fade">
                                      <p:cBhvr>
                                        <p:cTn id="47" dur="10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P spid="72" grpId="0"/>
      <p:bldP spid="73" grpId="0"/>
      <p:bldP spid="75" grpId="0"/>
      <p:bldP spid="76" grpId="0" animBg="1"/>
      <p:bldP spid="81"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61E3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163185-BF13-4584-A910-9430BDD53875}"/>
              </a:ext>
            </a:extLst>
          </p:cNvPr>
          <p:cNvSpPr txBox="1"/>
          <p:nvPr/>
        </p:nvSpPr>
        <p:spPr>
          <a:xfrm>
            <a:off x="159658" y="166822"/>
            <a:ext cx="6075702" cy="769441"/>
          </a:xfrm>
          <a:prstGeom prst="rect">
            <a:avLst/>
          </a:prstGeom>
          <a:noFill/>
        </p:spPr>
        <p:txBody>
          <a:bodyPr wrap="none" rtlCol="0">
            <a:spAutoFit/>
          </a:bodyPr>
          <a:lstStyle/>
          <a:p>
            <a:r>
              <a:rPr lang="en-US" sz="4400" dirty="0">
                <a:solidFill>
                  <a:srgbClr val="6C261D"/>
                </a:solidFill>
                <a:latin typeface="Raleway black" panose="020B0A03030101060003" pitchFamily="34" charset="0"/>
              </a:rPr>
              <a:t>PARTS EXPLANATION</a:t>
            </a:r>
          </a:p>
        </p:txBody>
      </p:sp>
      <p:sp>
        <p:nvSpPr>
          <p:cNvPr id="4" name="Rectangle 3">
            <a:extLst>
              <a:ext uri="{FF2B5EF4-FFF2-40B4-BE49-F238E27FC236}">
                <a16:creationId xmlns:a16="http://schemas.microsoft.com/office/drawing/2014/main" id="{A641816E-830E-4E63-851F-5CBDA7C42B5D}"/>
              </a:ext>
            </a:extLst>
          </p:cNvPr>
          <p:cNvSpPr/>
          <p:nvPr/>
        </p:nvSpPr>
        <p:spPr>
          <a:xfrm>
            <a:off x="-6435271" y="805451"/>
            <a:ext cx="6235360" cy="130812"/>
          </a:xfrm>
          <a:prstGeom prst="rect">
            <a:avLst/>
          </a:prstGeom>
          <a:solidFill>
            <a:srgbClr val="6C2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 name="Picture 29">
            <a:extLst>
              <a:ext uri="{FF2B5EF4-FFF2-40B4-BE49-F238E27FC236}">
                <a16:creationId xmlns:a16="http://schemas.microsoft.com/office/drawing/2014/main" id="{2479DCB5-AEA9-401A-9E8B-77A24B2225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7587" y="1670270"/>
            <a:ext cx="1396825" cy="3517460"/>
          </a:xfrm>
          <a:prstGeom prst="rect">
            <a:avLst/>
          </a:prstGeom>
        </p:spPr>
      </p:pic>
      <p:cxnSp>
        <p:nvCxnSpPr>
          <p:cNvPr id="31" name="Straight Arrow Connector 30">
            <a:extLst>
              <a:ext uri="{FF2B5EF4-FFF2-40B4-BE49-F238E27FC236}">
                <a16:creationId xmlns:a16="http://schemas.microsoft.com/office/drawing/2014/main" id="{33CF836C-A784-4BF2-AD67-7197EF0CF3AD}"/>
              </a:ext>
            </a:extLst>
          </p:cNvPr>
          <p:cNvCxnSpPr>
            <a:cxnSpLocks/>
          </p:cNvCxnSpPr>
          <p:nvPr/>
        </p:nvCxnSpPr>
        <p:spPr>
          <a:xfrm flipH="1">
            <a:off x="9239250" y="-685800"/>
            <a:ext cx="1390650" cy="685800"/>
          </a:xfrm>
          <a:prstGeom prst="straightConnector1">
            <a:avLst/>
          </a:prstGeom>
          <a:ln w="76200">
            <a:solidFill>
              <a:srgbClr val="6C261D"/>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626346B9-0974-4B79-849B-CD76CA526965}"/>
              </a:ext>
            </a:extLst>
          </p:cNvPr>
          <p:cNvCxnSpPr>
            <a:cxnSpLocks/>
          </p:cNvCxnSpPr>
          <p:nvPr/>
        </p:nvCxnSpPr>
        <p:spPr>
          <a:xfrm flipH="1">
            <a:off x="12192000" y="3425190"/>
            <a:ext cx="1779270" cy="0"/>
          </a:xfrm>
          <a:prstGeom prst="straightConnector1">
            <a:avLst/>
          </a:prstGeom>
          <a:ln w="76200">
            <a:solidFill>
              <a:srgbClr val="6C261D"/>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2B7BDF23-9656-46EF-9C1A-C6586CB7821B}"/>
              </a:ext>
            </a:extLst>
          </p:cNvPr>
          <p:cNvCxnSpPr>
            <a:cxnSpLocks/>
          </p:cNvCxnSpPr>
          <p:nvPr/>
        </p:nvCxnSpPr>
        <p:spPr>
          <a:xfrm>
            <a:off x="-1756410" y="3893820"/>
            <a:ext cx="1756410" cy="0"/>
          </a:xfrm>
          <a:prstGeom prst="straightConnector1">
            <a:avLst/>
          </a:prstGeom>
          <a:ln w="76200">
            <a:solidFill>
              <a:srgbClr val="6C261D"/>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C3C562F8-28BF-46A1-82B6-08BBFDFF3152}"/>
              </a:ext>
            </a:extLst>
          </p:cNvPr>
          <p:cNvSpPr txBox="1"/>
          <p:nvPr/>
        </p:nvSpPr>
        <p:spPr>
          <a:xfrm>
            <a:off x="1480886" y="3570654"/>
            <a:ext cx="2616422" cy="646331"/>
          </a:xfrm>
          <a:prstGeom prst="rect">
            <a:avLst/>
          </a:prstGeom>
          <a:noFill/>
        </p:spPr>
        <p:txBody>
          <a:bodyPr wrap="none" rtlCol="0">
            <a:spAutoFit/>
          </a:bodyPr>
          <a:lstStyle/>
          <a:p>
            <a:pPr algn="ctr"/>
            <a:r>
              <a:rPr lang="en-US" dirty="0">
                <a:solidFill>
                  <a:srgbClr val="6C261D"/>
                </a:solidFill>
                <a:latin typeface="Raleway black" panose="020B0A03030101060003" pitchFamily="34" charset="0"/>
              </a:rPr>
              <a:t>MASS STORAGE</a:t>
            </a:r>
            <a:br>
              <a:rPr lang="en-US" dirty="0">
                <a:solidFill>
                  <a:srgbClr val="6C261D"/>
                </a:solidFill>
                <a:latin typeface="Raleway black" panose="020B0A03030101060003" pitchFamily="34" charset="0"/>
              </a:rPr>
            </a:br>
            <a:r>
              <a:rPr lang="en-US" dirty="0">
                <a:solidFill>
                  <a:srgbClr val="6C261D"/>
                </a:solidFill>
                <a:latin typeface="Raleway black" panose="020B0A03030101060003" pitchFamily="34" charset="0"/>
              </a:rPr>
              <a:t>CONTROLLER DEVICE</a:t>
            </a:r>
          </a:p>
        </p:txBody>
      </p:sp>
      <p:sp>
        <p:nvSpPr>
          <p:cNvPr id="35" name="TextBox 34">
            <a:extLst>
              <a:ext uri="{FF2B5EF4-FFF2-40B4-BE49-F238E27FC236}">
                <a16:creationId xmlns:a16="http://schemas.microsoft.com/office/drawing/2014/main" id="{C03AA6CD-7B13-4B38-A204-9C37E7723CA4}"/>
              </a:ext>
            </a:extLst>
          </p:cNvPr>
          <p:cNvSpPr txBox="1"/>
          <p:nvPr/>
        </p:nvSpPr>
        <p:spPr>
          <a:xfrm>
            <a:off x="12147352" y="3278743"/>
            <a:ext cx="2733441" cy="369332"/>
          </a:xfrm>
          <a:prstGeom prst="rect">
            <a:avLst/>
          </a:prstGeom>
          <a:noFill/>
        </p:spPr>
        <p:txBody>
          <a:bodyPr wrap="none" rtlCol="0">
            <a:spAutoFit/>
          </a:bodyPr>
          <a:lstStyle/>
          <a:p>
            <a:pPr algn="ctr"/>
            <a:r>
              <a:rPr lang="en-US" dirty="0">
                <a:solidFill>
                  <a:srgbClr val="6C261D"/>
                </a:solidFill>
                <a:latin typeface="Raleway black" panose="020B0A03030101060003" pitchFamily="34" charset="0"/>
              </a:rPr>
              <a:t>CRYSTAL OSCILLATOR</a:t>
            </a:r>
          </a:p>
        </p:txBody>
      </p:sp>
      <p:sp>
        <p:nvSpPr>
          <p:cNvPr id="36" name="TextBox 35">
            <a:extLst>
              <a:ext uri="{FF2B5EF4-FFF2-40B4-BE49-F238E27FC236}">
                <a16:creationId xmlns:a16="http://schemas.microsoft.com/office/drawing/2014/main" id="{1CF12B3C-C4BF-4B9A-8869-5517F2DF1072}"/>
              </a:ext>
            </a:extLst>
          </p:cNvPr>
          <p:cNvSpPr txBox="1"/>
          <p:nvPr/>
        </p:nvSpPr>
        <p:spPr>
          <a:xfrm>
            <a:off x="10294227" y="-527566"/>
            <a:ext cx="1329211" cy="369332"/>
          </a:xfrm>
          <a:prstGeom prst="rect">
            <a:avLst/>
          </a:prstGeom>
          <a:noFill/>
        </p:spPr>
        <p:txBody>
          <a:bodyPr wrap="none" rtlCol="0">
            <a:spAutoFit/>
          </a:bodyPr>
          <a:lstStyle/>
          <a:p>
            <a:pPr algn="ctr"/>
            <a:r>
              <a:rPr lang="en-US" dirty="0">
                <a:solidFill>
                  <a:srgbClr val="6C261D"/>
                </a:solidFill>
                <a:latin typeface="Raleway black" panose="020B0A03030101060003" pitchFamily="34" charset="0"/>
              </a:rPr>
              <a:t>USB PLUG</a:t>
            </a:r>
          </a:p>
        </p:txBody>
      </p:sp>
      <p:sp>
        <p:nvSpPr>
          <p:cNvPr id="41" name="Rectangle: Rounded Corners 40">
            <a:extLst>
              <a:ext uri="{FF2B5EF4-FFF2-40B4-BE49-F238E27FC236}">
                <a16:creationId xmlns:a16="http://schemas.microsoft.com/office/drawing/2014/main" id="{108786BE-7CE2-42B1-A68C-028BAB318634}"/>
              </a:ext>
            </a:extLst>
          </p:cNvPr>
          <p:cNvSpPr/>
          <p:nvPr/>
        </p:nvSpPr>
        <p:spPr>
          <a:xfrm>
            <a:off x="1340866" y="2086738"/>
            <a:ext cx="3050778" cy="3517459"/>
          </a:xfrm>
          <a:prstGeom prst="roundRect">
            <a:avLst/>
          </a:prstGeom>
          <a:noFill/>
          <a:ln w="76200">
            <a:solidFill>
              <a:srgbClr val="6C261D"/>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42" name="TextBox 41">
            <a:extLst>
              <a:ext uri="{FF2B5EF4-FFF2-40B4-BE49-F238E27FC236}">
                <a16:creationId xmlns:a16="http://schemas.microsoft.com/office/drawing/2014/main" id="{2FC61260-7C8A-4F5B-8EC2-6BB172F477F0}"/>
              </a:ext>
            </a:extLst>
          </p:cNvPr>
          <p:cNvSpPr txBox="1"/>
          <p:nvPr/>
        </p:nvSpPr>
        <p:spPr>
          <a:xfrm>
            <a:off x="1406655" y="2341843"/>
            <a:ext cx="3007555" cy="3046988"/>
          </a:xfrm>
          <a:prstGeom prst="rect">
            <a:avLst/>
          </a:prstGeom>
          <a:noFill/>
        </p:spPr>
        <p:txBody>
          <a:bodyPr wrap="none" rtlCol="0">
            <a:spAutoFit/>
          </a:bodyPr>
          <a:lstStyle/>
          <a:p>
            <a:pPr marL="285750" indent="-285750">
              <a:buFont typeface="Arial" panose="020B0604020202020204" pitchFamily="34" charset="0"/>
              <a:buChar char="•"/>
            </a:pPr>
            <a:r>
              <a:rPr lang="en-US" sz="1600" dirty="0">
                <a:solidFill>
                  <a:srgbClr val="6C261D"/>
                </a:solidFill>
                <a:latin typeface="Raleway black" panose="020B0A03030101060003" pitchFamily="34" charset="0"/>
              </a:rPr>
              <a:t>Commonly known as </a:t>
            </a:r>
          </a:p>
          <a:p>
            <a:r>
              <a:rPr lang="en-US" sz="1600" dirty="0">
                <a:solidFill>
                  <a:srgbClr val="6C261D"/>
                </a:solidFill>
                <a:latin typeface="Raleway black" panose="020B0A03030101060003" pitchFamily="34" charset="0"/>
              </a:rPr>
              <a:t>      memory chip</a:t>
            </a:r>
          </a:p>
          <a:p>
            <a:pPr marL="285750" indent="-285750">
              <a:buFont typeface="Arial" panose="020B0604020202020204" pitchFamily="34" charset="0"/>
              <a:buChar char="•"/>
            </a:pPr>
            <a:r>
              <a:rPr lang="en-US" sz="1600" dirty="0">
                <a:solidFill>
                  <a:srgbClr val="6C261D"/>
                </a:solidFill>
                <a:latin typeface="Raleway black" panose="020B0A03030101060003" pitchFamily="34" charset="0"/>
              </a:rPr>
              <a:t>A black chip placed on</a:t>
            </a:r>
          </a:p>
          <a:p>
            <a:r>
              <a:rPr lang="en-US" sz="1600" dirty="0">
                <a:solidFill>
                  <a:srgbClr val="6C261D"/>
                </a:solidFill>
                <a:latin typeface="Raleway black" panose="020B0A03030101060003" pitchFamily="34" charset="0"/>
              </a:rPr>
              <a:t>      the main circuit</a:t>
            </a:r>
            <a:r>
              <a:rPr lang="en-US" sz="1600" b="1" dirty="0">
                <a:solidFill>
                  <a:srgbClr val="6C261D"/>
                </a:solidFill>
                <a:latin typeface="Raleway black" panose="020B0A03030101060003" pitchFamily="34" charset="0"/>
              </a:rPr>
              <a:t> board of</a:t>
            </a:r>
          </a:p>
          <a:p>
            <a:r>
              <a:rPr lang="en-US" sz="1600" b="1" dirty="0">
                <a:solidFill>
                  <a:srgbClr val="6C261D"/>
                </a:solidFill>
                <a:latin typeface="Raleway black" panose="020B0A03030101060003" pitchFamily="34" charset="0"/>
              </a:rPr>
              <a:t>      the USB drive</a:t>
            </a:r>
          </a:p>
          <a:p>
            <a:pPr marL="285750" indent="-285750">
              <a:buFont typeface="Arial" panose="020B0604020202020204" pitchFamily="34" charset="0"/>
              <a:buChar char="•"/>
            </a:pPr>
            <a:r>
              <a:rPr lang="en-US" sz="1600" dirty="0">
                <a:solidFill>
                  <a:srgbClr val="6C261D"/>
                </a:solidFill>
                <a:latin typeface="Raleway black" panose="020B0A03030101060003" pitchFamily="34" charset="0"/>
              </a:rPr>
              <a:t>Serves as memory of</a:t>
            </a:r>
          </a:p>
          <a:p>
            <a:r>
              <a:rPr lang="en-US" sz="1600" dirty="0">
                <a:solidFill>
                  <a:srgbClr val="6C261D"/>
                </a:solidFill>
                <a:latin typeface="Raleway black" panose="020B0A03030101060003" pitchFamily="34" charset="0"/>
              </a:rPr>
              <a:t>      Information</a:t>
            </a:r>
          </a:p>
          <a:p>
            <a:pPr marL="285750" indent="-285750">
              <a:buFont typeface="Arial" panose="020B0604020202020204" pitchFamily="34" charset="0"/>
              <a:buChar char="•"/>
            </a:pPr>
            <a:r>
              <a:rPr lang="en-US" sz="1600" dirty="0">
                <a:solidFill>
                  <a:srgbClr val="6C261D"/>
                </a:solidFill>
                <a:latin typeface="Raleway black" panose="020B0A03030101060003" pitchFamily="34" charset="0"/>
              </a:rPr>
              <a:t>Contains different</a:t>
            </a:r>
          </a:p>
          <a:p>
            <a:r>
              <a:rPr lang="en-US" sz="1600" dirty="0">
                <a:solidFill>
                  <a:srgbClr val="6C261D"/>
                </a:solidFill>
                <a:latin typeface="Raleway black" panose="020B0A03030101060003" pitchFamily="34" charset="0"/>
              </a:rPr>
              <a:t>      amounts of memory </a:t>
            </a:r>
          </a:p>
          <a:p>
            <a:r>
              <a:rPr lang="en-US" sz="1600" dirty="0">
                <a:solidFill>
                  <a:srgbClr val="6C261D"/>
                </a:solidFill>
                <a:latin typeface="Raleway black" panose="020B0A03030101060003" pitchFamily="34" charset="0"/>
              </a:rPr>
              <a:t>      depending on the device</a:t>
            </a:r>
          </a:p>
          <a:p>
            <a:r>
              <a:rPr lang="en-US" sz="1600" dirty="0">
                <a:solidFill>
                  <a:srgbClr val="6C261D"/>
                </a:solidFill>
                <a:latin typeface="Raleway black" panose="020B0A03030101060003" pitchFamily="34" charset="0"/>
              </a:rPr>
              <a:t>      and its memory</a:t>
            </a:r>
          </a:p>
          <a:p>
            <a:r>
              <a:rPr lang="en-US" sz="1600" dirty="0">
                <a:solidFill>
                  <a:srgbClr val="6C261D"/>
                </a:solidFill>
                <a:latin typeface="Raleway black" panose="020B0A03030101060003" pitchFamily="34" charset="0"/>
              </a:rPr>
              <a:t>      capacity</a:t>
            </a:r>
          </a:p>
        </p:txBody>
      </p:sp>
      <p:sp>
        <p:nvSpPr>
          <p:cNvPr id="43" name="Rectangle: Rounded Corners 42">
            <a:extLst>
              <a:ext uri="{FF2B5EF4-FFF2-40B4-BE49-F238E27FC236}">
                <a16:creationId xmlns:a16="http://schemas.microsoft.com/office/drawing/2014/main" id="{10CF3555-4641-4C2E-ABC6-2F8BB3C51973}"/>
              </a:ext>
            </a:extLst>
          </p:cNvPr>
          <p:cNvSpPr/>
          <p:nvPr/>
        </p:nvSpPr>
        <p:spPr>
          <a:xfrm>
            <a:off x="8250714" y="627526"/>
            <a:ext cx="3614057" cy="1077218"/>
          </a:xfrm>
          <a:prstGeom prst="roundRect">
            <a:avLst/>
          </a:prstGeom>
          <a:noFill/>
          <a:ln w="76200">
            <a:solidFill>
              <a:srgbClr val="6C261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TextBox 43">
            <a:extLst>
              <a:ext uri="{FF2B5EF4-FFF2-40B4-BE49-F238E27FC236}">
                <a16:creationId xmlns:a16="http://schemas.microsoft.com/office/drawing/2014/main" id="{F69F4362-4544-4164-8CEC-0940F18E5948}"/>
              </a:ext>
            </a:extLst>
          </p:cNvPr>
          <p:cNvSpPr txBox="1"/>
          <p:nvPr/>
        </p:nvSpPr>
        <p:spPr>
          <a:xfrm>
            <a:off x="8427327" y="780396"/>
            <a:ext cx="3260829" cy="1077218"/>
          </a:xfrm>
          <a:prstGeom prst="rect">
            <a:avLst/>
          </a:prstGeom>
          <a:noFill/>
        </p:spPr>
        <p:txBody>
          <a:bodyPr wrap="none" rtlCol="0">
            <a:spAutoFit/>
          </a:bodyPr>
          <a:lstStyle/>
          <a:p>
            <a:pPr marL="285750" indent="-285750">
              <a:buFont typeface="Arial" panose="020B0604020202020204" pitchFamily="34" charset="0"/>
              <a:buChar char="•"/>
            </a:pPr>
            <a:r>
              <a:rPr lang="en-US" sz="1600" dirty="0">
                <a:solidFill>
                  <a:srgbClr val="6C261D"/>
                </a:solidFill>
                <a:latin typeface="Raleway black" panose="020B0A03030101060003" pitchFamily="34" charset="0"/>
              </a:rPr>
              <a:t>The small silver extension</a:t>
            </a:r>
          </a:p>
          <a:p>
            <a:r>
              <a:rPr lang="en-US" sz="1600" dirty="0">
                <a:solidFill>
                  <a:srgbClr val="6C261D"/>
                </a:solidFill>
                <a:latin typeface="Raleway black" panose="020B0A03030101060003" pitchFamily="34" charset="0"/>
              </a:rPr>
              <a:t>      that extends from the main </a:t>
            </a:r>
          </a:p>
          <a:p>
            <a:r>
              <a:rPr lang="en-US" sz="1600" dirty="0">
                <a:solidFill>
                  <a:srgbClr val="6C261D"/>
                </a:solidFill>
                <a:latin typeface="Raleway black" panose="020B0A03030101060003" pitchFamily="34" charset="0"/>
              </a:rPr>
              <a:t>      USB device</a:t>
            </a:r>
          </a:p>
          <a:p>
            <a:pPr marL="285750" indent="-285750">
              <a:buFont typeface="Arial" panose="020B0604020202020204" pitchFamily="34" charset="0"/>
              <a:buChar char="•"/>
            </a:pPr>
            <a:endParaRPr lang="en-US" sz="1600" dirty="0">
              <a:solidFill>
                <a:srgbClr val="6C261D"/>
              </a:solidFill>
              <a:latin typeface="Raleway black" panose="020B0A03030101060003" pitchFamily="34" charset="0"/>
            </a:endParaRPr>
          </a:p>
        </p:txBody>
      </p:sp>
      <p:sp>
        <p:nvSpPr>
          <p:cNvPr id="45" name="Rectangle: Rounded Corners 44">
            <a:extLst>
              <a:ext uri="{FF2B5EF4-FFF2-40B4-BE49-F238E27FC236}">
                <a16:creationId xmlns:a16="http://schemas.microsoft.com/office/drawing/2014/main" id="{1B4BB5C7-EB6E-4A53-9D16-EE6688CF5F23}"/>
              </a:ext>
            </a:extLst>
          </p:cNvPr>
          <p:cNvSpPr/>
          <p:nvPr/>
        </p:nvSpPr>
        <p:spPr>
          <a:xfrm>
            <a:off x="7961004" y="3644346"/>
            <a:ext cx="3903767" cy="1543384"/>
          </a:xfrm>
          <a:prstGeom prst="roundRect">
            <a:avLst/>
          </a:prstGeom>
          <a:noFill/>
          <a:ln w="76200">
            <a:solidFill>
              <a:srgbClr val="6C261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TextBox 45">
            <a:extLst>
              <a:ext uri="{FF2B5EF4-FFF2-40B4-BE49-F238E27FC236}">
                <a16:creationId xmlns:a16="http://schemas.microsoft.com/office/drawing/2014/main" id="{BE1057BB-FFE7-4C17-AA84-0C7336AEF58D}"/>
              </a:ext>
            </a:extLst>
          </p:cNvPr>
          <p:cNvSpPr txBox="1"/>
          <p:nvPr/>
        </p:nvSpPr>
        <p:spPr>
          <a:xfrm>
            <a:off x="8016792" y="3754318"/>
            <a:ext cx="3781805" cy="1323439"/>
          </a:xfrm>
          <a:prstGeom prst="rect">
            <a:avLst/>
          </a:prstGeom>
          <a:noFill/>
        </p:spPr>
        <p:txBody>
          <a:bodyPr wrap="none" rtlCol="0">
            <a:spAutoFit/>
          </a:bodyPr>
          <a:lstStyle/>
          <a:p>
            <a:pPr marL="285750" indent="-285750">
              <a:buFont typeface="Arial" panose="020B0604020202020204" pitchFamily="34" charset="0"/>
              <a:buChar char="•"/>
            </a:pPr>
            <a:r>
              <a:rPr lang="en-US" sz="1600" dirty="0">
                <a:solidFill>
                  <a:srgbClr val="6C261D"/>
                </a:solidFill>
                <a:latin typeface="Raleway black" panose="020B0A03030101060003" pitchFamily="34" charset="0"/>
              </a:rPr>
              <a:t>A small component on the flash</a:t>
            </a:r>
          </a:p>
          <a:p>
            <a:r>
              <a:rPr lang="en-US" sz="1600" dirty="0">
                <a:solidFill>
                  <a:srgbClr val="6C261D"/>
                </a:solidFill>
                <a:latin typeface="Raleway black" panose="020B0A03030101060003" pitchFamily="34" charset="0"/>
              </a:rPr>
              <a:t>      drive’s circuit board that sends a</a:t>
            </a:r>
          </a:p>
          <a:p>
            <a:r>
              <a:rPr lang="en-US" sz="1600" dirty="0">
                <a:solidFill>
                  <a:srgbClr val="6C261D"/>
                </a:solidFill>
                <a:latin typeface="Raleway black" panose="020B0A03030101060003" pitchFamily="34" charset="0"/>
              </a:rPr>
              <a:t>      frequency signal</a:t>
            </a:r>
          </a:p>
          <a:p>
            <a:pPr marL="285750" indent="-285750">
              <a:buFont typeface="Arial" panose="020B0604020202020204" pitchFamily="34" charset="0"/>
              <a:buChar char="•"/>
            </a:pPr>
            <a:r>
              <a:rPr lang="en-US" sz="1600" dirty="0">
                <a:solidFill>
                  <a:srgbClr val="6C261D"/>
                </a:solidFill>
                <a:latin typeface="Raleway black" panose="020B0A03030101060003" pitchFamily="34" charset="0"/>
              </a:rPr>
              <a:t>Controls the output provided by</a:t>
            </a:r>
          </a:p>
          <a:p>
            <a:r>
              <a:rPr lang="en-US" sz="1600" dirty="0">
                <a:solidFill>
                  <a:srgbClr val="6C261D"/>
                </a:solidFill>
                <a:latin typeface="Raleway black" panose="020B0A03030101060003" pitchFamily="34" charset="0"/>
              </a:rPr>
              <a:t>      the flash drive</a:t>
            </a:r>
          </a:p>
        </p:txBody>
      </p:sp>
      <p:sp>
        <p:nvSpPr>
          <p:cNvPr id="47" name="TextBox 46">
            <a:extLst>
              <a:ext uri="{FF2B5EF4-FFF2-40B4-BE49-F238E27FC236}">
                <a16:creationId xmlns:a16="http://schemas.microsoft.com/office/drawing/2014/main" id="{C63EFF7C-57BD-4C0E-B2C3-7D36C3946196}"/>
              </a:ext>
            </a:extLst>
          </p:cNvPr>
          <p:cNvSpPr txBox="1"/>
          <p:nvPr/>
        </p:nvSpPr>
        <p:spPr>
          <a:xfrm>
            <a:off x="-11856131" y="4216985"/>
            <a:ext cx="3918631" cy="1323439"/>
          </a:xfrm>
          <a:prstGeom prst="rect">
            <a:avLst/>
          </a:prstGeom>
          <a:noFill/>
        </p:spPr>
        <p:txBody>
          <a:bodyPr wrap="square" rtlCol="0">
            <a:spAutoFit/>
          </a:bodyPr>
          <a:lstStyle/>
          <a:p>
            <a:r>
              <a:rPr lang="en-US" sz="1600" dirty="0">
                <a:solidFill>
                  <a:srgbClr val="6C261D"/>
                </a:solidFill>
                <a:latin typeface="Raleway black" panose="020B0A03030101060003" pitchFamily="34" charset="0"/>
              </a:rPr>
              <a:t>Note: Modern USB connectors come </a:t>
            </a:r>
          </a:p>
          <a:p>
            <a:r>
              <a:rPr lang="en-US" sz="1600" dirty="0">
                <a:solidFill>
                  <a:srgbClr val="6C261D"/>
                </a:solidFill>
                <a:latin typeface="Raleway black" panose="020B0A03030101060003" pitchFamily="34" charset="0"/>
              </a:rPr>
              <a:t>             with a switch that pulls the </a:t>
            </a:r>
          </a:p>
          <a:p>
            <a:r>
              <a:rPr lang="en-US" sz="1600" dirty="0">
                <a:solidFill>
                  <a:srgbClr val="6C261D"/>
                </a:solidFill>
                <a:latin typeface="Raleway black" panose="020B0A03030101060003" pitchFamily="34" charset="0"/>
              </a:rPr>
              <a:t>             connector into the main </a:t>
            </a:r>
          </a:p>
          <a:p>
            <a:r>
              <a:rPr lang="en-US" sz="1600" dirty="0">
                <a:solidFill>
                  <a:srgbClr val="6C261D"/>
                </a:solidFill>
                <a:latin typeface="Raleway black" panose="020B0A03030101060003" pitchFamily="34" charset="0"/>
              </a:rPr>
              <a:t>             compartment to prevent </a:t>
            </a:r>
          </a:p>
          <a:p>
            <a:r>
              <a:rPr lang="en-US" sz="1600" dirty="0">
                <a:solidFill>
                  <a:srgbClr val="6C261D"/>
                </a:solidFill>
                <a:latin typeface="Raleway black" panose="020B0A03030101060003" pitchFamily="34" charset="0"/>
              </a:rPr>
              <a:t>             damage.</a:t>
            </a:r>
          </a:p>
        </p:txBody>
      </p:sp>
      <p:pic>
        <p:nvPicPr>
          <p:cNvPr id="58" name="Picture 57">
            <a:extLst>
              <a:ext uri="{FF2B5EF4-FFF2-40B4-BE49-F238E27FC236}">
                <a16:creationId xmlns:a16="http://schemas.microsoft.com/office/drawing/2014/main" id="{056E69D3-8E8E-4975-9962-B74C4C55AF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6658" y="5670332"/>
            <a:ext cx="1479642" cy="1039576"/>
          </a:xfrm>
          <a:prstGeom prst="rect">
            <a:avLst/>
          </a:prstGeom>
        </p:spPr>
      </p:pic>
      <p:cxnSp>
        <p:nvCxnSpPr>
          <p:cNvPr id="59" name="Straight Arrow Connector 58">
            <a:extLst>
              <a:ext uri="{FF2B5EF4-FFF2-40B4-BE49-F238E27FC236}">
                <a16:creationId xmlns:a16="http://schemas.microsoft.com/office/drawing/2014/main" id="{02575B7B-AC3F-423B-8091-A751ED029898}"/>
              </a:ext>
            </a:extLst>
          </p:cNvPr>
          <p:cNvCxnSpPr>
            <a:cxnSpLocks/>
          </p:cNvCxnSpPr>
          <p:nvPr/>
        </p:nvCxnSpPr>
        <p:spPr>
          <a:xfrm flipH="1">
            <a:off x="12312579" y="5420695"/>
            <a:ext cx="1785995" cy="0"/>
          </a:xfrm>
          <a:prstGeom prst="straightConnector1">
            <a:avLst/>
          </a:prstGeom>
          <a:ln w="76200">
            <a:solidFill>
              <a:srgbClr val="6C261D"/>
            </a:solidFill>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DDFECA93-5AB3-45A9-9E64-F607DF5E485A}"/>
              </a:ext>
            </a:extLst>
          </p:cNvPr>
          <p:cNvSpPr txBox="1"/>
          <p:nvPr/>
        </p:nvSpPr>
        <p:spPr>
          <a:xfrm>
            <a:off x="12459349" y="5754653"/>
            <a:ext cx="622286" cy="369332"/>
          </a:xfrm>
          <a:prstGeom prst="rect">
            <a:avLst/>
          </a:prstGeom>
          <a:noFill/>
        </p:spPr>
        <p:txBody>
          <a:bodyPr wrap="none" rtlCol="0">
            <a:spAutoFit/>
          </a:bodyPr>
          <a:lstStyle/>
          <a:p>
            <a:r>
              <a:rPr lang="en-US" dirty="0">
                <a:solidFill>
                  <a:srgbClr val="6C261D"/>
                </a:solidFill>
                <a:latin typeface="Raleway black" panose="020B0A03030101060003" pitchFamily="34" charset="0"/>
              </a:rPr>
              <a:t>LED</a:t>
            </a:r>
          </a:p>
        </p:txBody>
      </p:sp>
      <p:sp>
        <p:nvSpPr>
          <p:cNvPr id="81" name="Rectangle: Rounded Corners 80">
            <a:extLst>
              <a:ext uri="{FF2B5EF4-FFF2-40B4-BE49-F238E27FC236}">
                <a16:creationId xmlns:a16="http://schemas.microsoft.com/office/drawing/2014/main" id="{38995F05-B0EB-41B0-B4F4-3B1CB187DF46}"/>
              </a:ext>
            </a:extLst>
          </p:cNvPr>
          <p:cNvSpPr/>
          <p:nvPr/>
        </p:nvSpPr>
        <p:spPr>
          <a:xfrm>
            <a:off x="3962401" y="5715095"/>
            <a:ext cx="7942942" cy="1039577"/>
          </a:xfrm>
          <a:prstGeom prst="roundRect">
            <a:avLst/>
          </a:prstGeom>
          <a:noFill/>
          <a:ln w="76200">
            <a:solidFill>
              <a:srgbClr val="6C261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TextBox 81">
            <a:extLst>
              <a:ext uri="{FF2B5EF4-FFF2-40B4-BE49-F238E27FC236}">
                <a16:creationId xmlns:a16="http://schemas.microsoft.com/office/drawing/2014/main" id="{D46DF044-3E57-473F-B12D-C5C84B4786AE}"/>
              </a:ext>
            </a:extLst>
          </p:cNvPr>
          <p:cNvSpPr txBox="1"/>
          <p:nvPr/>
        </p:nvSpPr>
        <p:spPr>
          <a:xfrm>
            <a:off x="4114641" y="5768809"/>
            <a:ext cx="8067705" cy="923330"/>
          </a:xfrm>
          <a:prstGeom prst="rect">
            <a:avLst/>
          </a:prstGeom>
          <a:noFill/>
        </p:spPr>
        <p:txBody>
          <a:bodyPr wrap="square" rtlCol="0">
            <a:spAutoFit/>
          </a:bodyPr>
          <a:lstStyle/>
          <a:p>
            <a:r>
              <a:rPr lang="en-US" dirty="0">
                <a:solidFill>
                  <a:srgbClr val="6C261D"/>
                </a:solidFill>
                <a:latin typeface="Raleway black" panose="020B0A03030101060003" pitchFamily="34" charset="0"/>
              </a:rPr>
              <a:t>L</a:t>
            </a:r>
            <a:r>
              <a:rPr lang="en-US" sz="1800" dirty="0">
                <a:solidFill>
                  <a:srgbClr val="6C261D"/>
                </a:solidFill>
                <a:latin typeface="Raleway black" panose="020B0A03030101060003" pitchFamily="34" charset="0"/>
              </a:rPr>
              <a:t>ight components that indicate processing or connection from the user. A green LED is used to mean ready and a red LED indicates an issue from the connection</a:t>
            </a:r>
            <a:endParaRPr lang="en-US" dirty="0"/>
          </a:p>
        </p:txBody>
      </p:sp>
    </p:spTree>
    <p:extLst>
      <p:ext uri="{BB962C8B-B14F-4D97-AF65-F5344CB8AC3E}">
        <p14:creationId xmlns:p14="http://schemas.microsoft.com/office/powerpoint/2010/main" val="1032062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path" presetSubtype="0" accel="50000" decel="50000" fill="hold" grpId="0" nodeType="withEffect">
                                  <p:stCondLst>
                                    <p:cond delay="0"/>
                                  </p:stCondLst>
                                  <p:childTnLst>
                                    <p:animMotion origin="layout" path="M 0.00026 0.00972 L 0.53152 0.00972 " pathEditMode="relative" rAng="0" ptsTypes="AA">
                                      <p:cBhvr>
                                        <p:cTn id="9" dur="2000" fill="hold"/>
                                        <p:tgtEl>
                                          <p:spTgt spid="4"/>
                                        </p:tgtEl>
                                        <p:attrNameLst>
                                          <p:attrName>ppt_x</p:attrName>
                                          <p:attrName>ppt_y</p:attrName>
                                        </p:attrNameLst>
                                      </p:cBhvr>
                                      <p:rCtr x="26563" y="0"/>
                                    </p:animMotion>
                                  </p:childTnLst>
                                </p:cTn>
                              </p:par>
                              <p:par>
                                <p:cTn id="10" presetID="31" presetClass="entr" presetSubtype="0" fill="hold" nodeType="withEffect">
                                  <p:stCondLst>
                                    <p:cond delay="0"/>
                                  </p:stCondLst>
                                  <p:childTnLst>
                                    <p:set>
                                      <p:cBhvr>
                                        <p:cTn id="11" dur="1" fill="hold">
                                          <p:stCondLst>
                                            <p:cond delay="0"/>
                                          </p:stCondLst>
                                        </p:cTn>
                                        <p:tgtEl>
                                          <p:spTgt spid="30"/>
                                        </p:tgtEl>
                                        <p:attrNameLst>
                                          <p:attrName>style.visibility</p:attrName>
                                        </p:attrNameLst>
                                      </p:cBhvr>
                                      <p:to>
                                        <p:strVal val="visible"/>
                                      </p:to>
                                    </p:set>
                                    <p:anim calcmode="lin" valueType="num">
                                      <p:cBhvr>
                                        <p:cTn id="12" dur="1000" fill="hold"/>
                                        <p:tgtEl>
                                          <p:spTgt spid="30"/>
                                        </p:tgtEl>
                                        <p:attrNameLst>
                                          <p:attrName>ppt_w</p:attrName>
                                        </p:attrNameLst>
                                      </p:cBhvr>
                                      <p:tavLst>
                                        <p:tav tm="0">
                                          <p:val>
                                            <p:fltVal val="0"/>
                                          </p:val>
                                        </p:tav>
                                        <p:tav tm="100000">
                                          <p:val>
                                            <p:strVal val="#ppt_w"/>
                                          </p:val>
                                        </p:tav>
                                      </p:tavLst>
                                    </p:anim>
                                    <p:anim calcmode="lin" valueType="num">
                                      <p:cBhvr>
                                        <p:cTn id="13" dur="1000" fill="hold"/>
                                        <p:tgtEl>
                                          <p:spTgt spid="30"/>
                                        </p:tgtEl>
                                        <p:attrNameLst>
                                          <p:attrName>ppt_h</p:attrName>
                                        </p:attrNameLst>
                                      </p:cBhvr>
                                      <p:tavLst>
                                        <p:tav tm="0">
                                          <p:val>
                                            <p:fltVal val="0"/>
                                          </p:val>
                                        </p:tav>
                                        <p:tav tm="100000">
                                          <p:val>
                                            <p:strVal val="#ppt_h"/>
                                          </p:val>
                                        </p:tav>
                                      </p:tavLst>
                                    </p:anim>
                                    <p:anim calcmode="lin" valueType="num">
                                      <p:cBhvr>
                                        <p:cTn id="14" dur="1000" fill="hold"/>
                                        <p:tgtEl>
                                          <p:spTgt spid="30"/>
                                        </p:tgtEl>
                                        <p:attrNameLst>
                                          <p:attrName>style.rotation</p:attrName>
                                        </p:attrNameLst>
                                      </p:cBhvr>
                                      <p:tavLst>
                                        <p:tav tm="0">
                                          <p:val>
                                            <p:fltVal val="90"/>
                                          </p:val>
                                        </p:tav>
                                        <p:tav tm="100000">
                                          <p:val>
                                            <p:fltVal val="0"/>
                                          </p:val>
                                        </p:tav>
                                      </p:tavLst>
                                    </p:anim>
                                    <p:animEffect transition="in" filter="fade">
                                      <p:cBhvr>
                                        <p:cTn id="15" dur="1000"/>
                                        <p:tgtEl>
                                          <p:spTgt spid="3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2" nodeType="clickEffect">
                                  <p:stCondLst>
                                    <p:cond delay="0"/>
                                  </p:stCondLst>
                                  <p:childTnLst>
                                    <p:set>
                                      <p:cBhvr>
                                        <p:cTn id="19" dur="1" fill="hold">
                                          <p:stCondLst>
                                            <p:cond delay="0"/>
                                          </p:stCondLst>
                                        </p:cTn>
                                        <p:tgtEl>
                                          <p:spTgt spid="34"/>
                                        </p:tgtEl>
                                        <p:attrNameLst>
                                          <p:attrName>style.visibility</p:attrName>
                                        </p:attrNameLst>
                                      </p:cBhvr>
                                      <p:to>
                                        <p:strVal val="visible"/>
                                      </p:to>
                                    </p:set>
                                    <p:animEffect transition="in" filter="fade">
                                      <p:cBhvr>
                                        <p:cTn id="20" dur="500"/>
                                        <p:tgtEl>
                                          <p:spTgt spid="34"/>
                                        </p:tgtEl>
                                      </p:cBhvr>
                                    </p:animEffect>
                                  </p:childTnLst>
                                </p:cTn>
                              </p:par>
                              <p:par>
                                <p:cTn id="21" presetID="42" presetClass="path" presetSubtype="0" accel="50000" decel="50000" fill="hold" nodeType="withEffect">
                                  <p:stCondLst>
                                    <p:cond delay="0"/>
                                  </p:stCondLst>
                                  <p:childTnLst>
                                    <p:animMotion origin="layout" path="M -4.79167E-6 -4.07407E-6 L 0.51472 -4.07407E-6 " pathEditMode="relative" rAng="0" ptsTypes="AA">
                                      <p:cBhvr>
                                        <p:cTn id="22" dur="2000" fill="hold"/>
                                        <p:tgtEl>
                                          <p:spTgt spid="33"/>
                                        </p:tgtEl>
                                        <p:attrNameLst>
                                          <p:attrName>ppt_x</p:attrName>
                                          <p:attrName>ppt_y</p:attrName>
                                        </p:attrNameLst>
                                      </p:cBhvr>
                                      <p:rCtr x="25729" y="0"/>
                                    </p:animMotion>
                                  </p:childTnLst>
                                </p:cTn>
                              </p:par>
                              <p:par>
                                <p:cTn id="23" presetID="42" presetClass="path" presetSubtype="0" accel="50000" decel="50000" fill="hold" grpId="1" nodeType="withEffect">
                                  <p:stCondLst>
                                    <p:cond delay="0"/>
                                  </p:stCondLst>
                                  <p:childTnLst>
                                    <p:animMotion origin="layout" path="M 3.95833E-6 -2.59259E-6 L -0.00039 -0.33935 " pathEditMode="relative" rAng="0" ptsTypes="AA">
                                      <p:cBhvr>
                                        <p:cTn id="24" dur="2000" fill="hold"/>
                                        <p:tgtEl>
                                          <p:spTgt spid="34"/>
                                        </p:tgtEl>
                                        <p:attrNameLst>
                                          <p:attrName>ppt_x</p:attrName>
                                          <p:attrName>ppt_y</p:attrName>
                                        </p:attrNameLst>
                                      </p:cBhvr>
                                      <p:rCtr x="-26" y="-16968"/>
                                    </p:animMotion>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1"/>
                                        </p:tgtEl>
                                        <p:attrNameLst>
                                          <p:attrName>style.visibility</p:attrName>
                                        </p:attrNameLst>
                                      </p:cBhvr>
                                      <p:to>
                                        <p:strVal val="visible"/>
                                      </p:to>
                                    </p:set>
                                    <p:animEffect transition="in" filter="fade">
                                      <p:cBhvr>
                                        <p:cTn id="29" dur="500"/>
                                        <p:tgtEl>
                                          <p:spTgt spid="41"/>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42">
                                            <p:txEl>
                                              <p:pRg st="0" end="0"/>
                                            </p:txEl>
                                          </p:spTgt>
                                        </p:tgtEl>
                                        <p:attrNameLst>
                                          <p:attrName>style.visibility</p:attrName>
                                        </p:attrNameLst>
                                      </p:cBhvr>
                                      <p:to>
                                        <p:strVal val="visible"/>
                                      </p:to>
                                    </p:set>
                                    <p:animEffect transition="in" filter="wipe(down)">
                                      <p:cBhvr>
                                        <p:cTn id="34" dur="500"/>
                                        <p:tgtEl>
                                          <p:spTgt spid="42">
                                            <p:txEl>
                                              <p:pRg st="0" end="0"/>
                                            </p:txEl>
                                          </p:spTgt>
                                        </p:tgtEl>
                                      </p:cBhvr>
                                    </p:animEffect>
                                  </p:childTnLst>
                                </p:cTn>
                              </p:par>
                              <p:par>
                                <p:cTn id="35" presetID="22" presetClass="entr" presetSubtype="4" fill="hold" nodeType="withEffect">
                                  <p:stCondLst>
                                    <p:cond delay="0"/>
                                  </p:stCondLst>
                                  <p:childTnLst>
                                    <p:set>
                                      <p:cBhvr>
                                        <p:cTn id="36" dur="1" fill="hold">
                                          <p:stCondLst>
                                            <p:cond delay="0"/>
                                          </p:stCondLst>
                                        </p:cTn>
                                        <p:tgtEl>
                                          <p:spTgt spid="42">
                                            <p:txEl>
                                              <p:pRg st="1" end="1"/>
                                            </p:txEl>
                                          </p:spTgt>
                                        </p:tgtEl>
                                        <p:attrNameLst>
                                          <p:attrName>style.visibility</p:attrName>
                                        </p:attrNameLst>
                                      </p:cBhvr>
                                      <p:to>
                                        <p:strVal val="visible"/>
                                      </p:to>
                                    </p:set>
                                    <p:animEffect transition="in" filter="wipe(down)">
                                      <p:cBhvr>
                                        <p:cTn id="37" dur="500"/>
                                        <p:tgtEl>
                                          <p:spTgt spid="42">
                                            <p:txEl>
                                              <p:pRg st="1" end="1"/>
                                            </p:txEl>
                                          </p:spTgt>
                                        </p:tgtEl>
                                      </p:cBhvr>
                                    </p:animEffect>
                                  </p:childTnLst>
                                </p:cTn>
                              </p:par>
                              <p:par>
                                <p:cTn id="38" presetID="22" presetClass="entr" presetSubtype="4" fill="hold" nodeType="withEffect">
                                  <p:stCondLst>
                                    <p:cond delay="0"/>
                                  </p:stCondLst>
                                  <p:childTnLst>
                                    <p:set>
                                      <p:cBhvr>
                                        <p:cTn id="39" dur="1" fill="hold">
                                          <p:stCondLst>
                                            <p:cond delay="0"/>
                                          </p:stCondLst>
                                        </p:cTn>
                                        <p:tgtEl>
                                          <p:spTgt spid="42">
                                            <p:txEl>
                                              <p:pRg st="2" end="2"/>
                                            </p:txEl>
                                          </p:spTgt>
                                        </p:tgtEl>
                                        <p:attrNameLst>
                                          <p:attrName>style.visibility</p:attrName>
                                        </p:attrNameLst>
                                      </p:cBhvr>
                                      <p:to>
                                        <p:strVal val="visible"/>
                                      </p:to>
                                    </p:set>
                                    <p:animEffect transition="in" filter="wipe(down)">
                                      <p:cBhvr>
                                        <p:cTn id="40" dur="500"/>
                                        <p:tgtEl>
                                          <p:spTgt spid="42">
                                            <p:txEl>
                                              <p:pRg st="2" end="2"/>
                                            </p:txEl>
                                          </p:spTgt>
                                        </p:tgtEl>
                                      </p:cBhvr>
                                    </p:animEffect>
                                  </p:childTnLst>
                                </p:cTn>
                              </p:par>
                              <p:par>
                                <p:cTn id="41" presetID="22" presetClass="entr" presetSubtype="4" fill="hold" nodeType="withEffect">
                                  <p:stCondLst>
                                    <p:cond delay="0"/>
                                  </p:stCondLst>
                                  <p:childTnLst>
                                    <p:set>
                                      <p:cBhvr>
                                        <p:cTn id="42" dur="1" fill="hold">
                                          <p:stCondLst>
                                            <p:cond delay="0"/>
                                          </p:stCondLst>
                                        </p:cTn>
                                        <p:tgtEl>
                                          <p:spTgt spid="42">
                                            <p:txEl>
                                              <p:pRg st="3" end="3"/>
                                            </p:txEl>
                                          </p:spTgt>
                                        </p:tgtEl>
                                        <p:attrNameLst>
                                          <p:attrName>style.visibility</p:attrName>
                                        </p:attrNameLst>
                                      </p:cBhvr>
                                      <p:to>
                                        <p:strVal val="visible"/>
                                      </p:to>
                                    </p:set>
                                    <p:animEffect transition="in" filter="wipe(down)">
                                      <p:cBhvr>
                                        <p:cTn id="43" dur="500"/>
                                        <p:tgtEl>
                                          <p:spTgt spid="42">
                                            <p:txEl>
                                              <p:pRg st="3" end="3"/>
                                            </p:txEl>
                                          </p:spTgt>
                                        </p:tgtEl>
                                      </p:cBhvr>
                                    </p:animEffect>
                                  </p:childTnLst>
                                </p:cTn>
                              </p:par>
                              <p:par>
                                <p:cTn id="44" presetID="22" presetClass="entr" presetSubtype="4" fill="hold" nodeType="withEffect">
                                  <p:stCondLst>
                                    <p:cond delay="0"/>
                                  </p:stCondLst>
                                  <p:childTnLst>
                                    <p:set>
                                      <p:cBhvr>
                                        <p:cTn id="45" dur="1" fill="hold">
                                          <p:stCondLst>
                                            <p:cond delay="0"/>
                                          </p:stCondLst>
                                        </p:cTn>
                                        <p:tgtEl>
                                          <p:spTgt spid="42">
                                            <p:txEl>
                                              <p:pRg st="4" end="4"/>
                                            </p:txEl>
                                          </p:spTgt>
                                        </p:tgtEl>
                                        <p:attrNameLst>
                                          <p:attrName>style.visibility</p:attrName>
                                        </p:attrNameLst>
                                      </p:cBhvr>
                                      <p:to>
                                        <p:strVal val="visible"/>
                                      </p:to>
                                    </p:set>
                                    <p:animEffect transition="in" filter="wipe(down)">
                                      <p:cBhvr>
                                        <p:cTn id="46" dur="500"/>
                                        <p:tgtEl>
                                          <p:spTgt spid="42">
                                            <p:txEl>
                                              <p:pRg st="4" end="4"/>
                                            </p:txEl>
                                          </p:spTgt>
                                        </p:tgtEl>
                                      </p:cBhvr>
                                    </p:animEffect>
                                  </p:childTnLst>
                                </p:cTn>
                              </p:par>
                              <p:par>
                                <p:cTn id="47" presetID="22" presetClass="entr" presetSubtype="4" fill="hold" nodeType="withEffect">
                                  <p:stCondLst>
                                    <p:cond delay="0"/>
                                  </p:stCondLst>
                                  <p:childTnLst>
                                    <p:set>
                                      <p:cBhvr>
                                        <p:cTn id="48" dur="1" fill="hold">
                                          <p:stCondLst>
                                            <p:cond delay="0"/>
                                          </p:stCondLst>
                                        </p:cTn>
                                        <p:tgtEl>
                                          <p:spTgt spid="42">
                                            <p:txEl>
                                              <p:pRg st="5" end="5"/>
                                            </p:txEl>
                                          </p:spTgt>
                                        </p:tgtEl>
                                        <p:attrNameLst>
                                          <p:attrName>style.visibility</p:attrName>
                                        </p:attrNameLst>
                                      </p:cBhvr>
                                      <p:to>
                                        <p:strVal val="visible"/>
                                      </p:to>
                                    </p:set>
                                    <p:animEffect transition="in" filter="wipe(down)">
                                      <p:cBhvr>
                                        <p:cTn id="49" dur="500"/>
                                        <p:tgtEl>
                                          <p:spTgt spid="42">
                                            <p:txEl>
                                              <p:pRg st="5" end="5"/>
                                            </p:txEl>
                                          </p:spTgt>
                                        </p:tgtEl>
                                      </p:cBhvr>
                                    </p:animEffect>
                                  </p:childTnLst>
                                </p:cTn>
                              </p:par>
                              <p:par>
                                <p:cTn id="50" presetID="22" presetClass="entr" presetSubtype="4" fill="hold" nodeType="withEffect">
                                  <p:stCondLst>
                                    <p:cond delay="0"/>
                                  </p:stCondLst>
                                  <p:childTnLst>
                                    <p:set>
                                      <p:cBhvr>
                                        <p:cTn id="51" dur="1" fill="hold">
                                          <p:stCondLst>
                                            <p:cond delay="0"/>
                                          </p:stCondLst>
                                        </p:cTn>
                                        <p:tgtEl>
                                          <p:spTgt spid="42">
                                            <p:txEl>
                                              <p:pRg st="6" end="6"/>
                                            </p:txEl>
                                          </p:spTgt>
                                        </p:tgtEl>
                                        <p:attrNameLst>
                                          <p:attrName>style.visibility</p:attrName>
                                        </p:attrNameLst>
                                      </p:cBhvr>
                                      <p:to>
                                        <p:strVal val="visible"/>
                                      </p:to>
                                    </p:set>
                                    <p:animEffect transition="in" filter="wipe(down)">
                                      <p:cBhvr>
                                        <p:cTn id="52" dur="500"/>
                                        <p:tgtEl>
                                          <p:spTgt spid="42">
                                            <p:txEl>
                                              <p:pRg st="6" end="6"/>
                                            </p:txEl>
                                          </p:spTgt>
                                        </p:tgtEl>
                                      </p:cBhvr>
                                    </p:animEffect>
                                  </p:childTnLst>
                                </p:cTn>
                              </p:par>
                              <p:par>
                                <p:cTn id="53" presetID="22" presetClass="entr" presetSubtype="4" fill="hold" nodeType="withEffect">
                                  <p:stCondLst>
                                    <p:cond delay="0"/>
                                  </p:stCondLst>
                                  <p:childTnLst>
                                    <p:set>
                                      <p:cBhvr>
                                        <p:cTn id="54" dur="1" fill="hold">
                                          <p:stCondLst>
                                            <p:cond delay="0"/>
                                          </p:stCondLst>
                                        </p:cTn>
                                        <p:tgtEl>
                                          <p:spTgt spid="42">
                                            <p:txEl>
                                              <p:pRg st="7" end="7"/>
                                            </p:txEl>
                                          </p:spTgt>
                                        </p:tgtEl>
                                        <p:attrNameLst>
                                          <p:attrName>style.visibility</p:attrName>
                                        </p:attrNameLst>
                                      </p:cBhvr>
                                      <p:to>
                                        <p:strVal val="visible"/>
                                      </p:to>
                                    </p:set>
                                    <p:animEffect transition="in" filter="wipe(down)">
                                      <p:cBhvr>
                                        <p:cTn id="55" dur="500"/>
                                        <p:tgtEl>
                                          <p:spTgt spid="42">
                                            <p:txEl>
                                              <p:pRg st="7" end="7"/>
                                            </p:txEl>
                                          </p:spTgt>
                                        </p:tgtEl>
                                      </p:cBhvr>
                                    </p:animEffect>
                                  </p:childTnLst>
                                </p:cTn>
                              </p:par>
                              <p:par>
                                <p:cTn id="56" presetID="22" presetClass="entr" presetSubtype="4" fill="hold" nodeType="withEffect">
                                  <p:stCondLst>
                                    <p:cond delay="0"/>
                                  </p:stCondLst>
                                  <p:childTnLst>
                                    <p:set>
                                      <p:cBhvr>
                                        <p:cTn id="57" dur="1" fill="hold">
                                          <p:stCondLst>
                                            <p:cond delay="0"/>
                                          </p:stCondLst>
                                        </p:cTn>
                                        <p:tgtEl>
                                          <p:spTgt spid="42">
                                            <p:txEl>
                                              <p:pRg st="8" end="8"/>
                                            </p:txEl>
                                          </p:spTgt>
                                        </p:tgtEl>
                                        <p:attrNameLst>
                                          <p:attrName>style.visibility</p:attrName>
                                        </p:attrNameLst>
                                      </p:cBhvr>
                                      <p:to>
                                        <p:strVal val="visible"/>
                                      </p:to>
                                    </p:set>
                                    <p:animEffect transition="in" filter="wipe(down)">
                                      <p:cBhvr>
                                        <p:cTn id="58" dur="500"/>
                                        <p:tgtEl>
                                          <p:spTgt spid="42">
                                            <p:txEl>
                                              <p:pRg st="8" end="8"/>
                                            </p:txEl>
                                          </p:spTgt>
                                        </p:tgtEl>
                                      </p:cBhvr>
                                    </p:animEffect>
                                  </p:childTnLst>
                                </p:cTn>
                              </p:par>
                              <p:par>
                                <p:cTn id="59" presetID="22" presetClass="entr" presetSubtype="4" fill="hold" nodeType="withEffect">
                                  <p:stCondLst>
                                    <p:cond delay="0"/>
                                  </p:stCondLst>
                                  <p:childTnLst>
                                    <p:set>
                                      <p:cBhvr>
                                        <p:cTn id="60" dur="1" fill="hold">
                                          <p:stCondLst>
                                            <p:cond delay="0"/>
                                          </p:stCondLst>
                                        </p:cTn>
                                        <p:tgtEl>
                                          <p:spTgt spid="42">
                                            <p:txEl>
                                              <p:pRg st="9" end="9"/>
                                            </p:txEl>
                                          </p:spTgt>
                                        </p:tgtEl>
                                        <p:attrNameLst>
                                          <p:attrName>style.visibility</p:attrName>
                                        </p:attrNameLst>
                                      </p:cBhvr>
                                      <p:to>
                                        <p:strVal val="visible"/>
                                      </p:to>
                                    </p:set>
                                    <p:animEffect transition="in" filter="wipe(down)">
                                      <p:cBhvr>
                                        <p:cTn id="61" dur="500"/>
                                        <p:tgtEl>
                                          <p:spTgt spid="42">
                                            <p:txEl>
                                              <p:pRg st="9" end="9"/>
                                            </p:txEl>
                                          </p:spTgt>
                                        </p:tgtEl>
                                      </p:cBhvr>
                                    </p:animEffect>
                                  </p:childTnLst>
                                </p:cTn>
                              </p:par>
                              <p:par>
                                <p:cTn id="62" presetID="22" presetClass="entr" presetSubtype="4" fill="hold" nodeType="withEffect">
                                  <p:stCondLst>
                                    <p:cond delay="0"/>
                                  </p:stCondLst>
                                  <p:childTnLst>
                                    <p:set>
                                      <p:cBhvr>
                                        <p:cTn id="63" dur="1" fill="hold">
                                          <p:stCondLst>
                                            <p:cond delay="0"/>
                                          </p:stCondLst>
                                        </p:cTn>
                                        <p:tgtEl>
                                          <p:spTgt spid="42">
                                            <p:txEl>
                                              <p:pRg st="10" end="10"/>
                                            </p:txEl>
                                          </p:spTgt>
                                        </p:tgtEl>
                                        <p:attrNameLst>
                                          <p:attrName>style.visibility</p:attrName>
                                        </p:attrNameLst>
                                      </p:cBhvr>
                                      <p:to>
                                        <p:strVal val="visible"/>
                                      </p:to>
                                    </p:set>
                                    <p:animEffect transition="in" filter="wipe(down)">
                                      <p:cBhvr>
                                        <p:cTn id="64" dur="500"/>
                                        <p:tgtEl>
                                          <p:spTgt spid="42">
                                            <p:txEl>
                                              <p:pRg st="10" end="10"/>
                                            </p:txEl>
                                          </p:spTgt>
                                        </p:tgtEl>
                                      </p:cBhvr>
                                    </p:animEffect>
                                  </p:childTnLst>
                                </p:cTn>
                              </p:par>
                              <p:par>
                                <p:cTn id="65" presetID="22" presetClass="entr" presetSubtype="4" fill="hold" nodeType="withEffect">
                                  <p:stCondLst>
                                    <p:cond delay="0"/>
                                  </p:stCondLst>
                                  <p:childTnLst>
                                    <p:set>
                                      <p:cBhvr>
                                        <p:cTn id="66" dur="1" fill="hold">
                                          <p:stCondLst>
                                            <p:cond delay="0"/>
                                          </p:stCondLst>
                                        </p:cTn>
                                        <p:tgtEl>
                                          <p:spTgt spid="42">
                                            <p:txEl>
                                              <p:pRg st="11" end="11"/>
                                            </p:txEl>
                                          </p:spTgt>
                                        </p:tgtEl>
                                        <p:attrNameLst>
                                          <p:attrName>style.visibility</p:attrName>
                                        </p:attrNameLst>
                                      </p:cBhvr>
                                      <p:to>
                                        <p:strVal val="visible"/>
                                      </p:to>
                                    </p:set>
                                    <p:animEffect transition="in" filter="wipe(down)">
                                      <p:cBhvr>
                                        <p:cTn id="67" dur="500"/>
                                        <p:tgtEl>
                                          <p:spTgt spid="42">
                                            <p:txEl>
                                              <p:pRg st="11" end="1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42" presetClass="path" presetSubtype="0" accel="50000" decel="50000" fill="hold" nodeType="clickEffect">
                                  <p:stCondLst>
                                    <p:cond delay="0"/>
                                  </p:stCondLst>
                                  <p:childTnLst>
                                    <p:animMotion origin="layout" path="M 1.875E-6 -4.81481E-6 L -0.23529 0.26621 " pathEditMode="relative" rAng="0" ptsTypes="AA">
                                      <p:cBhvr>
                                        <p:cTn id="71" dur="2000" fill="hold"/>
                                        <p:tgtEl>
                                          <p:spTgt spid="31"/>
                                        </p:tgtEl>
                                        <p:attrNameLst>
                                          <p:attrName>ppt_x</p:attrName>
                                          <p:attrName>ppt_y</p:attrName>
                                        </p:attrNameLst>
                                      </p:cBhvr>
                                      <p:rCtr x="-11771" y="13310"/>
                                    </p:animMotion>
                                  </p:childTnLst>
                                </p:cTn>
                              </p:par>
                              <p:par>
                                <p:cTn id="72" presetID="42" presetClass="path" presetSubtype="0" accel="50000" decel="50000" fill="hold" grpId="1" nodeType="withEffect">
                                  <p:stCondLst>
                                    <p:cond delay="0"/>
                                  </p:stCondLst>
                                  <p:childTnLst>
                                    <p:animMotion origin="layout" path="M -0.00156 -6.93889E-18 L -0.16133 0.09769 " pathEditMode="relative" rAng="0" ptsTypes="AA">
                                      <p:cBhvr>
                                        <p:cTn id="73" dur="2000" fill="hold"/>
                                        <p:tgtEl>
                                          <p:spTgt spid="36"/>
                                        </p:tgtEl>
                                        <p:attrNameLst>
                                          <p:attrName>ppt_x</p:attrName>
                                          <p:attrName>ppt_y</p:attrName>
                                        </p:attrNameLst>
                                      </p:cBhvr>
                                      <p:rCtr x="-7995" y="4884"/>
                                    </p:animMotion>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43"/>
                                        </p:tgtEl>
                                        <p:attrNameLst>
                                          <p:attrName>style.visibility</p:attrName>
                                        </p:attrNameLst>
                                      </p:cBhvr>
                                      <p:to>
                                        <p:strVal val="visible"/>
                                      </p:to>
                                    </p:set>
                                    <p:animEffect transition="in" filter="fade">
                                      <p:cBhvr>
                                        <p:cTn id="78" dur="500"/>
                                        <p:tgtEl>
                                          <p:spTgt spid="43"/>
                                        </p:tgtEl>
                                      </p:cBhvr>
                                    </p:animEffect>
                                  </p:childTnLst>
                                </p:cTn>
                              </p:par>
                              <p:par>
                                <p:cTn id="79" presetID="22" presetClass="entr" presetSubtype="4" fill="hold" nodeType="withEffect">
                                  <p:stCondLst>
                                    <p:cond delay="0"/>
                                  </p:stCondLst>
                                  <p:childTnLst>
                                    <p:set>
                                      <p:cBhvr>
                                        <p:cTn id="80" dur="1" fill="hold">
                                          <p:stCondLst>
                                            <p:cond delay="0"/>
                                          </p:stCondLst>
                                        </p:cTn>
                                        <p:tgtEl>
                                          <p:spTgt spid="44">
                                            <p:txEl>
                                              <p:pRg st="0" end="0"/>
                                            </p:txEl>
                                          </p:spTgt>
                                        </p:tgtEl>
                                        <p:attrNameLst>
                                          <p:attrName>style.visibility</p:attrName>
                                        </p:attrNameLst>
                                      </p:cBhvr>
                                      <p:to>
                                        <p:strVal val="visible"/>
                                      </p:to>
                                    </p:set>
                                    <p:animEffect transition="in" filter="wipe(down)">
                                      <p:cBhvr>
                                        <p:cTn id="81" dur="500"/>
                                        <p:tgtEl>
                                          <p:spTgt spid="44">
                                            <p:txEl>
                                              <p:pRg st="0" end="0"/>
                                            </p:txEl>
                                          </p:spTgt>
                                        </p:tgtEl>
                                      </p:cBhvr>
                                    </p:animEffect>
                                  </p:childTnLst>
                                </p:cTn>
                              </p:par>
                              <p:par>
                                <p:cTn id="82" presetID="22" presetClass="entr" presetSubtype="4" fill="hold" nodeType="withEffect">
                                  <p:stCondLst>
                                    <p:cond delay="0"/>
                                  </p:stCondLst>
                                  <p:childTnLst>
                                    <p:set>
                                      <p:cBhvr>
                                        <p:cTn id="83" dur="1" fill="hold">
                                          <p:stCondLst>
                                            <p:cond delay="0"/>
                                          </p:stCondLst>
                                        </p:cTn>
                                        <p:tgtEl>
                                          <p:spTgt spid="44">
                                            <p:txEl>
                                              <p:pRg st="1" end="1"/>
                                            </p:txEl>
                                          </p:spTgt>
                                        </p:tgtEl>
                                        <p:attrNameLst>
                                          <p:attrName>style.visibility</p:attrName>
                                        </p:attrNameLst>
                                      </p:cBhvr>
                                      <p:to>
                                        <p:strVal val="visible"/>
                                      </p:to>
                                    </p:set>
                                    <p:animEffect transition="in" filter="wipe(down)">
                                      <p:cBhvr>
                                        <p:cTn id="84" dur="500"/>
                                        <p:tgtEl>
                                          <p:spTgt spid="44">
                                            <p:txEl>
                                              <p:pRg st="1" end="1"/>
                                            </p:txEl>
                                          </p:spTgt>
                                        </p:tgtEl>
                                      </p:cBhvr>
                                    </p:animEffect>
                                  </p:childTnLst>
                                </p:cTn>
                              </p:par>
                              <p:par>
                                <p:cTn id="85" presetID="22" presetClass="entr" presetSubtype="4" fill="hold" nodeType="withEffect">
                                  <p:stCondLst>
                                    <p:cond delay="0"/>
                                  </p:stCondLst>
                                  <p:childTnLst>
                                    <p:set>
                                      <p:cBhvr>
                                        <p:cTn id="86" dur="1" fill="hold">
                                          <p:stCondLst>
                                            <p:cond delay="0"/>
                                          </p:stCondLst>
                                        </p:cTn>
                                        <p:tgtEl>
                                          <p:spTgt spid="44">
                                            <p:txEl>
                                              <p:pRg st="2" end="2"/>
                                            </p:txEl>
                                          </p:spTgt>
                                        </p:tgtEl>
                                        <p:attrNameLst>
                                          <p:attrName>style.visibility</p:attrName>
                                        </p:attrNameLst>
                                      </p:cBhvr>
                                      <p:to>
                                        <p:strVal val="visible"/>
                                      </p:to>
                                    </p:set>
                                    <p:animEffect transition="in" filter="wipe(down)">
                                      <p:cBhvr>
                                        <p:cTn id="87" dur="500"/>
                                        <p:tgtEl>
                                          <p:spTgt spid="44">
                                            <p:txEl>
                                              <p:pRg st="2" end="2"/>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50" presetClass="path" presetSubtype="0" accel="50000" decel="50000" fill="hold" grpId="0" nodeType="clickEffect">
                                  <p:stCondLst>
                                    <p:cond delay="0"/>
                                  </p:stCondLst>
                                  <p:childTnLst>
                                    <p:animMotion origin="layout" path="M -1.25E-6 -2.59259E-6 L 0.79284 -2.59259E-6 C 1.14779 -2.59259E-6 1.58568 -0.09213 1.58568 -0.16666 L 1.58568 -0.33333 " pathEditMode="relative" rAng="0" ptsTypes="AAAA">
                                      <p:cBhvr>
                                        <p:cTn id="91" dur="2000" fill="hold"/>
                                        <p:tgtEl>
                                          <p:spTgt spid="47"/>
                                        </p:tgtEl>
                                        <p:attrNameLst>
                                          <p:attrName>ppt_x</p:attrName>
                                          <p:attrName>ppt_y</p:attrName>
                                        </p:attrNameLst>
                                      </p:cBhvr>
                                      <p:rCtr x="79284" y="-16667"/>
                                    </p:animMotion>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nodeType="clickEffect">
                                  <p:stCondLst>
                                    <p:cond delay="0"/>
                                  </p:stCondLst>
                                  <p:childTnLst>
                                    <p:set>
                                      <p:cBhvr>
                                        <p:cTn id="95" dur="1" fill="hold">
                                          <p:stCondLst>
                                            <p:cond delay="0"/>
                                          </p:stCondLst>
                                        </p:cTn>
                                        <p:tgtEl>
                                          <p:spTgt spid="58"/>
                                        </p:tgtEl>
                                        <p:attrNameLst>
                                          <p:attrName>style.visibility</p:attrName>
                                        </p:attrNameLst>
                                      </p:cBhvr>
                                      <p:to>
                                        <p:strVal val="visible"/>
                                      </p:to>
                                    </p:set>
                                    <p:animEffect transition="in" filter="fade">
                                      <p:cBhvr>
                                        <p:cTn id="96" dur="500"/>
                                        <p:tgtEl>
                                          <p:spTgt spid="58"/>
                                        </p:tgtEl>
                                      </p:cBhvr>
                                    </p:animEffect>
                                  </p:childTnLst>
                                </p:cTn>
                              </p:par>
                            </p:childTnLst>
                          </p:cTn>
                        </p:par>
                      </p:childTnLst>
                    </p:cTn>
                  </p:par>
                  <p:par>
                    <p:cTn id="97" fill="hold">
                      <p:stCondLst>
                        <p:cond delay="indefinite"/>
                      </p:stCondLst>
                      <p:childTnLst>
                        <p:par>
                          <p:cTn id="98" fill="hold">
                            <p:stCondLst>
                              <p:cond delay="0"/>
                            </p:stCondLst>
                            <p:childTnLst>
                              <p:par>
                                <p:cTn id="99" presetID="42" presetClass="path" presetSubtype="0" accel="50000" decel="50000" fill="hold" nodeType="clickEffect">
                                  <p:stCondLst>
                                    <p:cond delay="0"/>
                                  </p:stCondLst>
                                  <p:childTnLst>
                                    <p:animMotion origin="layout" path="M 0.02578 0.00023 L -0.91237 0.11551 " pathEditMode="relative" rAng="0" ptsTypes="AA">
                                      <p:cBhvr>
                                        <p:cTn id="100" dur="2000" fill="hold"/>
                                        <p:tgtEl>
                                          <p:spTgt spid="59"/>
                                        </p:tgtEl>
                                        <p:attrNameLst>
                                          <p:attrName>ppt_x</p:attrName>
                                          <p:attrName>ppt_y</p:attrName>
                                        </p:attrNameLst>
                                      </p:cBhvr>
                                      <p:rCtr x="-46914" y="5764"/>
                                    </p:animMotion>
                                  </p:childTnLst>
                                </p:cTn>
                              </p:par>
                              <p:par>
                                <p:cTn id="101" presetID="42" presetClass="path" presetSubtype="0" accel="50000" decel="50000" fill="hold" grpId="0" nodeType="withEffect">
                                  <p:stCondLst>
                                    <p:cond delay="0"/>
                                  </p:stCondLst>
                                  <p:childTnLst>
                                    <p:animMotion origin="layout" path="M 0.52539 -0.57986 L -0.778 0.04259 " pathEditMode="relative" rAng="0" ptsTypes="AA">
                                      <p:cBhvr>
                                        <p:cTn id="102" dur="2000" fill="hold"/>
                                        <p:tgtEl>
                                          <p:spTgt spid="66"/>
                                        </p:tgtEl>
                                        <p:attrNameLst>
                                          <p:attrName>ppt_x</p:attrName>
                                          <p:attrName>ppt_y</p:attrName>
                                        </p:attrNameLst>
                                      </p:cBhvr>
                                      <p:rCtr x="-65169" y="31111"/>
                                    </p:animMotion>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81"/>
                                        </p:tgtEl>
                                        <p:attrNameLst>
                                          <p:attrName>style.visibility</p:attrName>
                                        </p:attrNameLst>
                                      </p:cBhvr>
                                      <p:to>
                                        <p:strVal val="visible"/>
                                      </p:to>
                                    </p:set>
                                    <p:animEffect transition="in" filter="fade">
                                      <p:cBhvr>
                                        <p:cTn id="107" dur="500"/>
                                        <p:tgtEl>
                                          <p:spTgt spid="81"/>
                                        </p:tgtEl>
                                      </p:cBhvr>
                                    </p:animEffect>
                                  </p:childTnLst>
                                </p:cTn>
                              </p:par>
                              <p:par>
                                <p:cTn id="108" presetID="22" presetClass="entr" presetSubtype="4" fill="hold" nodeType="withEffect">
                                  <p:stCondLst>
                                    <p:cond delay="0"/>
                                  </p:stCondLst>
                                  <p:childTnLst>
                                    <p:set>
                                      <p:cBhvr>
                                        <p:cTn id="109" dur="1" fill="hold">
                                          <p:stCondLst>
                                            <p:cond delay="0"/>
                                          </p:stCondLst>
                                        </p:cTn>
                                        <p:tgtEl>
                                          <p:spTgt spid="82">
                                            <p:txEl>
                                              <p:pRg st="0" end="0"/>
                                            </p:txEl>
                                          </p:spTgt>
                                        </p:tgtEl>
                                        <p:attrNameLst>
                                          <p:attrName>style.visibility</p:attrName>
                                        </p:attrNameLst>
                                      </p:cBhvr>
                                      <p:to>
                                        <p:strVal val="visible"/>
                                      </p:to>
                                    </p:set>
                                    <p:animEffect transition="in" filter="wipe(down)">
                                      <p:cBhvr>
                                        <p:cTn id="110" dur="500"/>
                                        <p:tgtEl>
                                          <p:spTgt spid="82">
                                            <p:txEl>
                                              <p:pRg st="0" end="0"/>
                                            </p:txEl>
                                          </p:spTgt>
                                        </p:tgtEl>
                                      </p:cBhvr>
                                    </p:animEffect>
                                  </p:childTnLst>
                                </p:cTn>
                              </p:par>
                            </p:childTnLst>
                          </p:cTn>
                        </p:par>
                      </p:childTnLst>
                    </p:cTn>
                  </p:par>
                  <p:par>
                    <p:cTn id="111" fill="hold">
                      <p:stCondLst>
                        <p:cond delay="indefinite"/>
                      </p:stCondLst>
                      <p:childTnLst>
                        <p:par>
                          <p:cTn id="112" fill="hold">
                            <p:stCondLst>
                              <p:cond delay="0"/>
                            </p:stCondLst>
                            <p:childTnLst>
                              <p:par>
                                <p:cTn id="113" presetID="42" presetClass="path" presetSubtype="0" accel="50000" decel="50000" fill="hold" nodeType="clickEffect">
                                  <p:stCondLst>
                                    <p:cond delay="0"/>
                                  </p:stCondLst>
                                  <p:childTnLst>
                                    <p:animMotion origin="layout" path="M 3.33333E-6 2.96296E-6 L -0.48229 2.96296E-6 " pathEditMode="relative" rAng="0" ptsTypes="AA">
                                      <p:cBhvr>
                                        <p:cTn id="114" dur="2000" fill="hold"/>
                                        <p:tgtEl>
                                          <p:spTgt spid="32"/>
                                        </p:tgtEl>
                                        <p:attrNameLst>
                                          <p:attrName>ppt_x</p:attrName>
                                          <p:attrName>ppt_y</p:attrName>
                                        </p:attrNameLst>
                                      </p:cBhvr>
                                      <p:rCtr x="-24115" y="0"/>
                                    </p:animMotion>
                                  </p:childTnLst>
                                </p:cTn>
                              </p:par>
                              <p:par>
                                <p:cTn id="115" presetID="42" presetClass="path" presetSubtype="0" accel="50000" decel="50000" fill="hold" grpId="0" nodeType="withEffect">
                                  <p:stCondLst>
                                    <p:cond delay="0"/>
                                  </p:stCondLst>
                                  <p:childTnLst>
                                    <p:animMotion origin="layout" path="M 0.02019 0.02083 L -0.33047 -0.01273 " pathEditMode="relative" rAng="0" ptsTypes="AA">
                                      <p:cBhvr>
                                        <p:cTn id="116" dur="2000" fill="hold"/>
                                        <p:tgtEl>
                                          <p:spTgt spid="35"/>
                                        </p:tgtEl>
                                        <p:attrNameLst>
                                          <p:attrName>ppt_x</p:attrName>
                                          <p:attrName>ppt_y</p:attrName>
                                        </p:attrNameLst>
                                      </p:cBhvr>
                                      <p:rCtr x="-17539" y="-1690"/>
                                    </p:animMotion>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grpId="0" nodeType="clickEffect">
                                  <p:stCondLst>
                                    <p:cond delay="0"/>
                                  </p:stCondLst>
                                  <p:childTnLst>
                                    <p:set>
                                      <p:cBhvr>
                                        <p:cTn id="120" dur="1" fill="hold">
                                          <p:stCondLst>
                                            <p:cond delay="0"/>
                                          </p:stCondLst>
                                        </p:cTn>
                                        <p:tgtEl>
                                          <p:spTgt spid="45"/>
                                        </p:tgtEl>
                                        <p:attrNameLst>
                                          <p:attrName>style.visibility</p:attrName>
                                        </p:attrNameLst>
                                      </p:cBhvr>
                                      <p:to>
                                        <p:strVal val="visible"/>
                                      </p:to>
                                    </p:set>
                                    <p:animEffect transition="in" filter="fade">
                                      <p:cBhvr>
                                        <p:cTn id="121" dur="500"/>
                                        <p:tgtEl>
                                          <p:spTgt spid="45"/>
                                        </p:tgtEl>
                                      </p:cBhvr>
                                    </p:animEffect>
                                  </p:childTnLst>
                                </p:cTn>
                              </p:par>
                              <p:par>
                                <p:cTn id="122" presetID="22" presetClass="entr" presetSubtype="4" fill="hold" nodeType="withEffect">
                                  <p:stCondLst>
                                    <p:cond delay="0"/>
                                  </p:stCondLst>
                                  <p:childTnLst>
                                    <p:set>
                                      <p:cBhvr>
                                        <p:cTn id="123" dur="1" fill="hold">
                                          <p:stCondLst>
                                            <p:cond delay="0"/>
                                          </p:stCondLst>
                                        </p:cTn>
                                        <p:tgtEl>
                                          <p:spTgt spid="46">
                                            <p:txEl>
                                              <p:pRg st="0" end="0"/>
                                            </p:txEl>
                                          </p:spTgt>
                                        </p:tgtEl>
                                        <p:attrNameLst>
                                          <p:attrName>style.visibility</p:attrName>
                                        </p:attrNameLst>
                                      </p:cBhvr>
                                      <p:to>
                                        <p:strVal val="visible"/>
                                      </p:to>
                                    </p:set>
                                    <p:animEffect transition="in" filter="wipe(down)">
                                      <p:cBhvr>
                                        <p:cTn id="124" dur="500"/>
                                        <p:tgtEl>
                                          <p:spTgt spid="46">
                                            <p:txEl>
                                              <p:pRg st="0" end="0"/>
                                            </p:txEl>
                                          </p:spTgt>
                                        </p:tgtEl>
                                      </p:cBhvr>
                                    </p:animEffect>
                                  </p:childTnLst>
                                </p:cTn>
                              </p:par>
                              <p:par>
                                <p:cTn id="125" presetID="22" presetClass="entr" presetSubtype="4" fill="hold" nodeType="withEffect">
                                  <p:stCondLst>
                                    <p:cond delay="0"/>
                                  </p:stCondLst>
                                  <p:childTnLst>
                                    <p:set>
                                      <p:cBhvr>
                                        <p:cTn id="126" dur="1" fill="hold">
                                          <p:stCondLst>
                                            <p:cond delay="0"/>
                                          </p:stCondLst>
                                        </p:cTn>
                                        <p:tgtEl>
                                          <p:spTgt spid="46">
                                            <p:txEl>
                                              <p:pRg st="1" end="1"/>
                                            </p:txEl>
                                          </p:spTgt>
                                        </p:tgtEl>
                                        <p:attrNameLst>
                                          <p:attrName>style.visibility</p:attrName>
                                        </p:attrNameLst>
                                      </p:cBhvr>
                                      <p:to>
                                        <p:strVal val="visible"/>
                                      </p:to>
                                    </p:set>
                                    <p:animEffect transition="in" filter="wipe(down)">
                                      <p:cBhvr>
                                        <p:cTn id="127" dur="500"/>
                                        <p:tgtEl>
                                          <p:spTgt spid="46">
                                            <p:txEl>
                                              <p:pRg st="1" end="1"/>
                                            </p:txEl>
                                          </p:spTgt>
                                        </p:tgtEl>
                                      </p:cBhvr>
                                    </p:animEffect>
                                  </p:childTnLst>
                                </p:cTn>
                              </p:par>
                              <p:par>
                                <p:cTn id="128" presetID="22" presetClass="entr" presetSubtype="4" fill="hold" nodeType="withEffect">
                                  <p:stCondLst>
                                    <p:cond delay="0"/>
                                  </p:stCondLst>
                                  <p:childTnLst>
                                    <p:set>
                                      <p:cBhvr>
                                        <p:cTn id="129" dur="1" fill="hold">
                                          <p:stCondLst>
                                            <p:cond delay="0"/>
                                          </p:stCondLst>
                                        </p:cTn>
                                        <p:tgtEl>
                                          <p:spTgt spid="46">
                                            <p:txEl>
                                              <p:pRg st="2" end="2"/>
                                            </p:txEl>
                                          </p:spTgt>
                                        </p:tgtEl>
                                        <p:attrNameLst>
                                          <p:attrName>style.visibility</p:attrName>
                                        </p:attrNameLst>
                                      </p:cBhvr>
                                      <p:to>
                                        <p:strVal val="visible"/>
                                      </p:to>
                                    </p:set>
                                    <p:animEffect transition="in" filter="wipe(down)">
                                      <p:cBhvr>
                                        <p:cTn id="130" dur="500"/>
                                        <p:tgtEl>
                                          <p:spTgt spid="46">
                                            <p:txEl>
                                              <p:pRg st="2" end="2"/>
                                            </p:txEl>
                                          </p:spTgt>
                                        </p:tgtEl>
                                      </p:cBhvr>
                                    </p:animEffect>
                                  </p:childTnLst>
                                </p:cTn>
                              </p:par>
                              <p:par>
                                <p:cTn id="131" presetID="22" presetClass="entr" presetSubtype="4" fill="hold" nodeType="withEffect">
                                  <p:stCondLst>
                                    <p:cond delay="0"/>
                                  </p:stCondLst>
                                  <p:childTnLst>
                                    <p:set>
                                      <p:cBhvr>
                                        <p:cTn id="132" dur="1" fill="hold">
                                          <p:stCondLst>
                                            <p:cond delay="0"/>
                                          </p:stCondLst>
                                        </p:cTn>
                                        <p:tgtEl>
                                          <p:spTgt spid="46">
                                            <p:txEl>
                                              <p:pRg st="3" end="3"/>
                                            </p:txEl>
                                          </p:spTgt>
                                        </p:tgtEl>
                                        <p:attrNameLst>
                                          <p:attrName>style.visibility</p:attrName>
                                        </p:attrNameLst>
                                      </p:cBhvr>
                                      <p:to>
                                        <p:strVal val="visible"/>
                                      </p:to>
                                    </p:set>
                                    <p:animEffect transition="in" filter="wipe(down)">
                                      <p:cBhvr>
                                        <p:cTn id="133" dur="500"/>
                                        <p:tgtEl>
                                          <p:spTgt spid="46">
                                            <p:txEl>
                                              <p:pRg st="3" end="3"/>
                                            </p:txEl>
                                          </p:spTgt>
                                        </p:tgtEl>
                                      </p:cBhvr>
                                    </p:animEffect>
                                  </p:childTnLst>
                                </p:cTn>
                              </p:par>
                              <p:par>
                                <p:cTn id="134" presetID="22" presetClass="entr" presetSubtype="4" fill="hold" nodeType="withEffect">
                                  <p:stCondLst>
                                    <p:cond delay="0"/>
                                  </p:stCondLst>
                                  <p:childTnLst>
                                    <p:set>
                                      <p:cBhvr>
                                        <p:cTn id="135" dur="1" fill="hold">
                                          <p:stCondLst>
                                            <p:cond delay="0"/>
                                          </p:stCondLst>
                                        </p:cTn>
                                        <p:tgtEl>
                                          <p:spTgt spid="46">
                                            <p:txEl>
                                              <p:pRg st="4" end="4"/>
                                            </p:txEl>
                                          </p:spTgt>
                                        </p:tgtEl>
                                        <p:attrNameLst>
                                          <p:attrName>style.visibility</p:attrName>
                                        </p:attrNameLst>
                                      </p:cBhvr>
                                      <p:to>
                                        <p:strVal val="visible"/>
                                      </p:to>
                                    </p:set>
                                    <p:animEffect transition="in" filter="wipe(down)">
                                      <p:cBhvr>
                                        <p:cTn id="136" dur="500"/>
                                        <p:tgtEl>
                                          <p:spTgt spid="4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34" grpId="1"/>
      <p:bldP spid="34" grpId="2"/>
      <p:bldP spid="35" grpId="0"/>
      <p:bldP spid="36" grpId="1"/>
      <p:bldP spid="41" grpId="0" animBg="1"/>
      <p:bldP spid="43" grpId="0" animBg="1"/>
      <p:bldP spid="45" grpId="0" animBg="1"/>
      <p:bldP spid="47" grpId="0"/>
      <p:bldP spid="66" grpId="0"/>
      <p:bldP spid="8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51E3E"/>
        </a:solidFill>
        <a:effectLst/>
      </p:bgPr>
    </p:bg>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103352D0-F791-42C9-BEF1-6CB1FB6CEB77}"/>
              </a:ext>
            </a:extLst>
          </p:cNvPr>
          <p:cNvSpPr/>
          <p:nvPr/>
        </p:nvSpPr>
        <p:spPr>
          <a:xfrm>
            <a:off x="911225" y="1582340"/>
            <a:ext cx="10620375" cy="4445000"/>
          </a:xfrm>
          <a:prstGeom prst="roundRect">
            <a:avLst/>
          </a:prstGeom>
          <a:noFill/>
          <a:ln w="76200">
            <a:solidFill>
              <a:srgbClr val="4917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F27D6AB1-648F-4490-B2FE-3007D418BAA6}"/>
              </a:ext>
            </a:extLst>
          </p:cNvPr>
          <p:cNvSpPr txBox="1"/>
          <p:nvPr/>
        </p:nvSpPr>
        <p:spPr>
          <a:xfrm>
            <a:off x="180110" y="0"/>
            <a:ext cx="5666508" cy="769441"/>
          </a:xfrm>
          <a:prstGeom prst="rect">
            <a:avLst/>
          </a:prstGeom>
          <a:noFill/>
        </p:spPr>
        <p:txBody>
          <a:bodyPr wrap="square">
            <a:spAutoFit/>
          </a:bodyPr>
          <a:lstStyle/>
          <a:p>
            <a:r>
              <a:rPr lang="en-US" sz="4400" dirty="0">
                <a:solidFill>
                  <a:srgbClr val="6C261D"/>
                </a:solidFill>
                <a:latin typeface="Raleway black" panose="020B0A03030101060003" pitchFamily="34" charset="0"/>
              </a:rPr>
              <a:t>BRIEF DESCRIPTION</a:t>
            </a:r>
          </a:p>
        </p:txBody>
      </p:sp>
      <p:sp>
        <p:nvSpPr>
          <p:cNvPr id="4" name="Rectangle 3">
            <a:extLst>
              <a:ext uri="{FF2B5EF4-FFF2-40B4-BE49-F238E27FC236}">
                <a16:creationId xmlns:a16="http://schemas.microsoft.com/office/drawing/2014/main" id="{C19FC841-BDAF-406B-929B-8F94A4C9B33A}"/>
              </a:ext>
            </a:extLst>
          </p:cNvPr>
          <p:cNvSpPr/>
          <p:nvPr/>
        </p:nvSpPr>
        <p:spPr>
          <a:xfrm>
            <a:off x="-5925722" y="696448"/>
            <a:ext cx="5666508" cy="145986"/>
          </a:xfrm>
          <a:prstGeom prst="rect">
            <a:avLst/>
          </a:prstGeom>
          <a:solidFill>
            <a:srgbClr val="6C2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F42D5146-EE5D-4238-8267-435FCD717ED8}"/>
              </a:ext>
            </a:extLst>
          </p:cNvPr>
          <p:cNvSpPr txBox="1"/>
          <p:nvPr/>
        </p:nvSpPr>
        <p:spPr>
          <a:xfrm>
            <a:off x="1036637" y="1958180"/>
            <a:ext cx="10369550" cy="3693319"/>
          </a:xfrm>
          <a:prstGeom prst="rect">
            <a:avLst/>
          </a:prstGeom>
          <a:noFill/>
        </p:spPr>
        <p:txBody>
          <a:bodyPr wrap="square">
            <a:spAutoFit/>
          </a:bodyPr>
          <a:lstStyle/>
          <a:p>
            <a:pPr algn="just"/>
            <a:r>
              <a:rPr lang="en-US" b="0" i="0" dirty="0">
                <a:solidFill>
                  <a:srgbClr val="6C261D"/>
                </a:solidFill>
                <a:effectLst/>
                <a:latin typeface="Raleway black" panose="020B0A03030101060003" pitchFamily="34" charset="0"/>
              </a:rPr>
              <a:t>A USB flash drive is a data storage device that includes flash memory with an integrated USB interface. It is typically removable, rewritable and much smaller than an optical disc. Weighing at an average of less than 30g, USB flash drives are often used for storage, data back-up and transferring of computer files.</a:t>
            </a:r>
          </a:p>
          <a:p>
            <a:pPr algn="just"/>
            <a:endParaRPr lang="en-US" b="0" i="0" dirty="0">
              <a:solidFill>
                <a:srgbClr val="6C261D"/>
              </a:solidFill>
              <a:effectLst/>
              <a:latin typeface="Raleway black" panose="020B0A03030101060003" pitchFamily="34" charset="0"/>
            </a:endParaRPr>
          </a:p>
          <a:p>
            <a:pPr algn="just"/>
            <a:r>
              <a:rPr lang="en-US" b="0" i="0" dirty="0">
                <a:solidFill>
                  <a:srgbClr val="6C261D"/>
                </a:solidFill>
                <a:effectLst/>
                <a:latin typeface="Raleway black" panose="020B0A03030101060003" pitchFamily="34" charset="0"/>
              </a:rPr>
              <a:t>Compared to floppy disks or CDs, they are smaller, faster, have significantly more capacity, and are more durable due to a lack of moving parts. The standard storage capacity of flash drives range between 32-128 Gigabytes(GB), although, the more high end products boast a storage capacity greater that most computers, reaching well over 1-2 Terabytes(TB).</a:t>
            </a:r>
          </a:p>
          <a:p>
            <a:pPr algn="just"/>
            <a:endParaRPr lang="en-US" b="0" i="0" dirty="0">
              <a:solidFill>
                <a:srgbClr val="6C261D"/>
              </a:solidFill>
              <a:effectLst/>
              <a:latin typeface="Raleway black" panose="020B0A03030101060003" pitchFamily="34" charset="0"/>
            </a:endParaRPr>
          </a:p>
          <a:p>
            <a:pPr algn="just"/>
            <a:r>
              <a:rPr lang="en-US" b="0" i="0" dirty="0">
                <a:solidFill>
                  <a:srgbClr val="6C261D"/>
                </a:solidFill>
                <a:effectLst/>
                <a:latin typeface="Raleway black" panose="020B0A03030101060003" pitchFamily="34" charset="0"/>
              </a:rPr>
              <a:t>Additionally, they are immune to electromagnetic interference, and are unharmed by surface scratches.</a:t>
            </a:r>
          </a:p>
        </p:txBody>
      </p:sp>
    </p:spTree>
    <p:extLst>
      <p:ext uri="{BB962C8B-B14F-4D97-AF65-F5344CB8AC3E}">
        <p14:creationId xmlns:p14="http://schemas.microsoft.com/office/powerpoint/2010/main" val="919145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path" presetSubtype="0" accel="50000" decel="50000" fill="hold" grpId="0" nodeType="withEffect">
                                  <p:stCondLst>
                                    <p:cond delay="0"/>
                                  </p:stCondLst>
                                  <p:childTnLst>
                                    <p:animMotion origin="layout" path="M -4.16667E-6 1.48148E-6 L 0.50053 1.48148E-6 " pathEditMode="relative" rAng="0" ptsTypes="AA">
                                      <p:cBhvr>
                                        <p:cTn id="9" dur="2000" fill="hold"/>
                                        <p:tgtEl>
                                          <p:spTgt spid="4"/>
                                        </p:tgtEl>
                                        <p:attrNameLst>
                                          <p:attrName>ppt_x</p:attrName>
                                          <p:attrName>ppt_y</p:attrName>
                                        </p:attrNameLst>
                                      </p:cBhvr>
                                      <p:rCtr x="25026" y="0"/>
                                    </p:animMotion>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par>
                                <p:cTn id="15" presetID="22" presetClass="entr" presetSubtype="4" fill="hold" nodeType="with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wipe(down)">
                                      <p:cBhvr>
                                        <p:cTn id="17" dur="500"/>
                                        <p:tgtEl>
                                          <p:spTgt spid="6">
                                            <p:txEl>
                                              <p:pRg st="0" end="0"/>
                                            </p:txEl>
                                          </p:spTgt>
                                        </p:tgtEl>
                                      </p:cBhvr>
                                    </p:animEffect>
                                  </p:childTnLst>
                                </p:cTn>
                              </p:par>
                              <p:par>
                                <p:cTn id="18" presetID="22" presetClass="entr" presetSubtype="4" fill="hold" nodeType="withEffect">
                                  <p:stCondLst>
                                    <p:cond delay="0"/>
                                  </p:stCondLst>
                                  <p:childTnLst>
                                    <p:set>
                                      <p:cBhvr>
                                        <p:cTn id="19" dur="1" fill="hold">
                                          <p:stCondLst>
                                            <p:cond delay="0"/>
                                          </p:stCondLst>
                                        </p:cTn>
                                        <p:tgtEl>
                                          <p:spTgt spid="6">
                                            <p:txEl>
                                              <p:pRg st="2" end="2"/>
                                            </p:txEl>
                                          </p:spTgt>
                                        </p:tgtEl>
                                        <p:attrNameLst>
                                          <p:attrName>style.visibility</p:attrName>
                                        </p:attrNameLst>
                                      </p:cBhvr>
                                      <p:to>
                                        <p:strVal val="visible"/>
                                      </p:to>
                                    </p:set>
                                    <p:animEffect transition="in" filter="wipe(down)">
                                      <p:cBhvr>
                                        <p:cTn id="20" dur="500"/>
                                        <p:tgtEl>
                                          <p:spTgt spid="6">
                                            <p:txEl>
                                              <p:pRg st="2" end="2"/>
                                            </p:txEl>
                                          </p:spTgt>
                                        </p:tgtEl>
                                      </p:cBhvr>
                                    </p:animEffect>
                                  </p:childTnLst>
                                </p:cTn>
                              </p:par>
                              <p:par>
                                <p:cTn id="21" presetID="22" presetClass="entr" presetSubtype="4" fill="hold" nodeType="with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down)">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651E3E"/>
        </a:solidFill>
        <a:effectLst/>
      </p:bgPr>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E0664F82-BB5D-4FE1-8342-015DBF27539E}"/>
              </a:ext>
            </a:extLst>
          </p:cNvPr>
          <p:cNvSpPr/>
          <p:nvPr/>
        </p:nvSpPr>
        <p:spPr>
          <a:xfrm>
            <a:off x="716159" y="573894"/>
            <a:ext cx="5710211" cy="5710211"/>
          </a:xfrm>
          <a:prstGeom prst="ellipse">
            <a:avLst/>
          </a:prstGeom>
          <a:solidFill>
            <a:schemeClr val="accent2">
              <a:alpha val="20000"/>
            </a:schemeClr>
          </a:solidFill>
          <a:ln w="76200">
            <a:solidFill>
              <a:srgbClr val="6C261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Graphic 6" descr="Lightbulb and gear">
            <a:extLst>
              <a:ext uri="{FF2B5EF4-FFF2-40B4-BE49-F238E27FC236}">
                <a16:creationId xmlns:a16="http://schemas.microsoft.com/office/drawing/2014/main" id="{033249D5-5F50-45D8-94E1-246BE9DEC3F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08001" y="2689565"/>
            <a:ext cx="3326526" cy="3326524"/>
          </a:xfrm>
          <a:prstGeom prst="rect">
            <a:avLst/>
          </a:prstGeom>
        </p:spPr>
      </p:pic>
      <p:sp>
        <p:nvSpPr>
          <p:cNvPr id="9" name="TextBox 8">
            <a:extLst>
              <a:ext uri="{FF2B5EF4-FFF2-40B4-BE49-F238E27FC236}">
                <a16:creationId xmlns:a16="http://schemas.microsoft.com/office/drawing/2014/main" id="{55CDCA0D-39F3-4C29-90AB-008CC8F35ECF}"/>
              </a:ext>
            </a:extLst>
          </p:cNvPr>
          <p:cNvSpPr txBox="1"/>
          <p:nvPr/>
        </p:nvSpPr>
        <p:spPr>
          <a:xfrm>
            <a:off x="524130" y="1581569"/>
            <a:ext cx="6094268" cy="1107996"/>
          </a:xfrm>
          <a:prstGeom prst="rect">
            <a:avLst/>
          </a:prstGeom>
          <a:noFill/>
        </p:spPr>
        <p:txBody>
          <a:bodyPr wrap="square">
            <a:spAutoFit/>
          </a:bodyPr>
          <a:lstStyle/>
          <a:p>
            <a:pPr algn="ctr"/>
            <a:r>
              <a:rPr lang="en-US" sz="6600" spc="-150" dirty="0">
                <a:solidFill>
                  <a:srgbClr val="6C261D"/>
                </a:solidFill>
                <a:latin typeface="Raleway black" panose="020B0A03030101060003" pitchFamily="34" charset="0"/>
              </a:rPr>
              <a:t>FUNCTION</a:t>
            </a:r>
          </a:p>
        </p:txBody>
      </p:sp>
      <p:cxnSp>
        <p:nvCxnSpPr>
          <p:cNvPr id="15" name="Straight Connector 14">
            <a:extLst>
              <a:ext uri="{FF2B5EF4-FFF2-40B4-BE49-F238E27FC236}">
                <a16:creationId xmlns:a16="http://schemas.microsoft.com/office/drawing/2014/main" id="{202B0F91-C0C8-489F-81C3-76A5FC88C999}"/>
              </a:ext>
            </a:extLst>
          </p:cNvPr>
          <p:cNvCxnSpPr/>
          <p:nvPr/>
        </p:nvCxnSpPr>
        <p:spPr>
          <a:xfrm flipV="1">
            <a:off x="6307282" y="2317173"/>
            <a:ext cx="1465118" cy="372392"/>
          </a:xfrm>
          <a:prstGeom prst="line">
            <a:avLst/>
          </a:prstGeom>
          <a:ln w="76200">
            <a:solidFill>
              <a:srgbClr val="6C261D"/>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768B3F3-D04D-4945-B2E9-C50A3EE1AADE}"/>
              </a:ext>
            </a:extLst>
          </p:cNvPr>
          <p:cNvCxnSpPr>
            <a:cxnSpLocks/>
          </p:cNvCxnSpPr>
          <p:nvPr/>
        </p:nvCxnSpPr>
        <p:spPr>
          <a:xfrm>
            <a:off x="6232519" y="4493185"/>
            <a:ext cx="1489081" cy="409015"/>
          </a:xfrm>
          <a:prstGeom prst="line">
            <a:avLst/>
          </a:prstGeom>
          <a:ln w="76200">
            <a:solidFill>
              <a:srgbClr val="6C261D"/>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pslz="http://schemas.microsoft.com/office/powerpoint/2016/slidezoom" Requires="pslz">
          <p:graphicFrame>
            <p:nvGraphicFramePr>
              <p:cNvPr id="22" name="Slide Zoom 21">
                <a:extLst>
                  <a:ext uri="{FF2B5EF4-FFF2-40B4-BE49-F238E27FC236}">
                    <a16:creationId xmlns:a16="http://schemas.microsoft.com/office/drawing/2014/main" id="{91F2CED2-DF56-48C5-AD96-9986514D8DF0}"/>
                  </a:ext>
                </a:extLst>
              </p:cNvPr>
              <p:cNvGraphicFramePr>
                <a:graphicFrameLocks noChangeAspect="1"/>
              </p:cNvGraphicFramePr>
              <p:nvPr>
                <p:extLst>
                  <p:ext uri="{D42A27DB-BD31-4B8C-83A1-F6EECF244321}">
                    <p14:modId xmlns:p14="http://schemas.microsoft.com/office/powerpoint/2010/main" val="3355207365"/>
                  </p:ext>
                </p:extLst>
              </p:nvPr>
            </p:nvGraphicFramePr>
            <p:xfrm>
              <a:off x="7959763" y="4081064"/>
              <a:ext cx="2767707" cy="2477304"/>
            </p:xfrm>
            <a:graphic>
              <a:graphicData uri="http://schemas.microsoft.com/office/powerpoint/2016/slidezoom">
                <pslz:sldZm>
                  <pslz:sldZmObj sldId="266" cId="3744804229">
                    <pslz:zmPr id="{140B1570-CDDA-44B2-A235-3F8B1F1290FE}" returnToParent="0" imageType="cover" transitionDur="1000" showBg="0">
                      <p166:blipFill xmlns:p166="http://schemas.microsoft.com/office/powerpoint/2016/6/main">
                        <a:blip r:embed="rId4">
                          <a:extLst>
                            <a:ext uri="{28A0092B-C50C-407E-A947-70E740481C1C}">
                              <a14:useLocalDpi xmlns:a14="http://schemas.microsoft.com/office/drawing/2010/main" val="0"/>
                            </a:ext>
                          </a:extLst>
                        </a:blip>
                        <a:stretch>
                          <a:fillRect/>
                        </a:stretch>
                      </p166:blipFill>
                      <p166:spPr xmlns:p166="http://schemas.microsoft.com/office/powerpoint/2016/6/main">
                        <a:xfrm>
                          <a:off x="0" y="0"/>
                          <a:ext cx="2767707" cy="2477304"/>
                        </a:xfrm>
                        <a:prstGeom prst="rect">
                          <a:avLst/>
                        </a:prstGeom>
                      </p166:spPr>
                    </pslz:zmPr>
                  </pslz:sldZmObj>
                </pslz:sldZm>
              </a:graphicData>
            </a:graphic>
          </p:graphicFrame>
        </mc:Choice>
        <mc:Fallback>
          <p:pic>
            <p:nvPicPr>
              <p:cNvPr id="22" name="Slide Zoom 21">
                <a:hlinkClick r:id="rId5" action="ppaction://hlinksldjump"/>
                <a:extLst>
                  <a:ext uri="{FF2B5EF4-FFF2-40B4-BE49-F238E27FC236}">
                    <a16:creationId xmlns:a16="http://schemas.microsoft.com/office/drawing/2014/main" id="{91F2CED2-DF56-48C5-AD96-9986514D8DF0}"/>
                  </a:ext>
                </a:extLst>
              </p:cNvPr>
              <p:cNvPicPr>
                <a:picLocks noGrp="1" noRot="1" noChangeAspect="1" noMove="1" noResize="1" noEditPoints="1" noAdjustHandles="1" noChangeArrowheads="1" noChangeShapeType="1"/>
              </p:cNvPicPr>
              <p:nvPr/>
            </p:nvPicPr>
            <p:blipFill>
              <a:blip r:embed="rId4">
                <a:extLst>
                  <a:ext uri="{28A0092B-C50C-407E-A947-70E740481C1C}">
                    <a14:useLocalDpi xmlns:a14="http://schemas.microsoft.com/office/drawing/2010/main" val="0"/>
                  </a:ext>
                </a:extLst>
              </a:blip>
              <a:stretch>
                <a:fillRect/>
              </a:stretch>
            </p:blipFill>
            <p:spPr>
              <a:xfrm>
                <a:off x="7959763" y="4081064"/>
                <a:ext cx="2767707" cy="2477304"/>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25" name="Slide Zoom 24">
                <a:extLst>
                  <a:ext uri="{FF2B5EF4-FFF2-40B4-BE49-F238E27FC236}">
                    <a16:creationId xmlns:a16="http://schemas.microsoft.com/office/drawing/2014/main" id="{9059B984-7BC8-46FD-80CD-3DF8DB72355B}"/>
                  </a:ext>
                </a:extLst>
              </p:cNvPr>
              <p:cNvGraphicFramePr>
                <a:graphicFrameLocks noChangeAspect="1"/>
              </p:cNvGraphicFramePr>
              <p:nvPr>
                <p:extLst>
                  <p:ext uri="{D42A27DB-BD31-4B8C-83A1-F6EECF244321}">
                    <p14:modId xmlns:p14="http://schemas.microsoft.com/office/powerpoint/2010/main" val="3409311193"/>
                  </p:ext>
                </p:extLst>
              </p:nvPr>
            </p:nvGraphicFramePr>
            <p:xfrm>
              <a:off x="8145527" y="712662"/>
              <a:ext cx="2581943" cy="2377208"/>
            </p:xfrm>
            <a:graphic>
              <a:graphicData uri="http://schemas.microsoft.com/office/powerpoint/2016/slidezoom">
                <pslz:sldZm>
                  <pslz:sldZmObj sldId="265" cId="2804395301">
                    <pslz:zmPr id="{532B462E-48BF-4CB7-8B3C-8B2ACADFB3DD}" returnToParent="0" imageType="cover" transitionDur="1000" showBg="0">
                      <p166:blipFill xmlns:p166="http://schemas.microsoft.com/office/powerpoint/2016/6/main">
                        <a:blip r:embed="rId6">
                          <a:extLst>
                            <a:ext uri="{28A0092B-C50C-407E-A947-70E740481C1C}">
                              <a14:useLocalDpi xmlns:a14="http://schemas.microsoft.com/office/drawing/2010/main" val="0"/>
                            </a:ext>
                          </a:extLst>
                        </a:blip>
                        <a:stretch>
                          <a:fillRect/>
                        </a:stretch>
                      </p166:blipFill>
                      <p166:spPr xmlns:p166="http://schemas.microsoft.com/office/powerpoint/2016/6/main">
                        <a:xfrm>
                          <a:off x="0" y="0"/>
                          <a:ext cx="2581943" cy="2377208"/>
                        </a:xfrm>
                        <a:prstGeom prst="rect">
                          <a:avLst/>
                        </a:prstGeom>
                      </p166:spPr>
                    </pslz:zmPr>
                  </pslz:sldZmObj>
                </pslz:sldZm>
              </a:graphicData>
            </a:graphic>
          </p:graphicFrame>
        </mc:Choice>
        <mc:Fallback>
          <p:pic>
            <p:nvPicPr>
              <p:cNvPr id="25" name="Slide Zoom 24">
                <a:hlinkClick r:id="rId7" action="ppaction://hlinksldjump"/>
                <a:extLst>
                  <a:ext uri="{FF2B5EF4-FFF2-40B4-BE49-F238E27FC236}">
                    <a16:creationId xmlns:a16="http://schemas.microsoft.com/office/drawing/2014/main" id="{9059B984-7BC8-46FD-80CD-3DF8DB72355B}"/>
                  </a:ext>
                </a:extLst>
              </p:cNvPr>
              <p:cNvPicPr>
                <a:picLocks noGrp="1" noRot="1" noChangeAspect="1" noMove="1" noResize="1" noEditPoints="1" noAdjustHandles="1" noChangeArrowheads="1" noChangeShapeType="1"/>
              </p:cNvPicPr>
              <p:nvPr/>
            </p:nvPicPr>
            <p:blipFill>
              <a:blip r:embed="rId6">
                <a:extLst>
                  <a:ext uri="{28A0092B-C50C-407E-A947-70E740481C1C}">
                    <a14:useLocalDpi xmlns:a14="http://schemas.microsoft.com/office/drawing/2010/main" val="0"/>
                  </a:ext>
                </a:extLst>
              </a:blip>
              <a:stretch>
                <a:fillRect/>
              </a:stretch>
            </p:blipFill>
            <p:spPr>
              <a:xfrm>
                <a:off x="8145527" y="712662"/>
                <a:ext cx="2581943" cy="2377208"/>
              </a:xfrm>
              <a:prstGeom prst="rect">
                <a:avLst/>
              </a:prstGeom>
            </p:spPr>
          </p:pic>
        </mc:Fallback>
      </mc:AlternateContent>
    </p:spTree>
    <p:extLst>
      <p:ext uri="{BB962C8B-B14F-4D97-AF65-F5344CB8AC3E}">
        <p14:creationId xmlns:p14="http://schemas.microsoft.com/office/powerpoint/2010/main" val="500405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651E3E"/>
        </a:solid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13C151D1-4875-49E1-A56A-312653663618}"/>
              </a:ext>
            </a:extLst>
          </p:cNvPr>
          <p:cNvSpPr/>
          <p:nvPr/>
        </p:nvSpPr>
        <p:spPr>
          <a:xfrm>
            <a:off x="1230086" y="1687286"/>
            <a:ext cx="9873343" cy="3701143"/>
          </a:xfrm>
          <a:prstGeom prst="roundRect">
            <a:avLst/>
          </a:prstGeom>
          <a:noFill/>
          <a:ln w="76200">
            <a:solidFill>
              <a:srgbClr val="6C261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7EEC633-B020-41A0-867C-AF917DC7E47D}"/>
              </a:ext>
            </a:extLst>
          </p:cNvPr>
          <p:cNvSpPr txBox="1"/>
          <p:nvPr/>
        </p:nvSpPr>
        <p:spPr>
          <a:xfrm>
            <a:off x="127000" y="0"/>
            <a:ext cx="3302000" cy="769441"/>
          </a:xfrm>
          <a:prstGeom prst="rect">
            <a:avLst/>
          </a:prstGeom>
          <a:noFill/>
        </p:spPr>
        <p:txBody>
          <a:bodyPr wrap="square">
            <a:spAutoFit/>
          </a:bodyPr>
          <a:lstStyle/>
          <a:p>
            <a:pPr algn="ctr"/>
            <a:r>
              <a:rPr lang="en-US" sz="4400" spc="-150" dirty="0">
                <a:solidFill>
                  <a:srgbClr val="6C261D"/>
                </a:solidFill>
                <a:latin typeface="Raleway black" panose="020B0A03030101060003" pitchFamily="34" charset="0"/>
              </a:rPr>
              <a:t>FUNCTIONS</a:t>
            </a:r>
          </a:p>
        </p:txBody>
      </p:sp>
      <p:sp>
        <p:nvSpPr>
          <p:cNvPr id="4" name="Rectangle 3">
            <a:extLst>
              <a:ext uri="{FF2B5EF4-FFF2-40B4-BE49-F238E27FC236}">
                <a16:creationId xmlns:a16="http://schemas.microsoft.com/office/drawing/2014/main" id="{07108DB4-5858-4056-9450-C7ED03897A6E}"/>
              </a:ext>
            </a:extLst>
          </p:cNvPr>
          <p:cNvSpPr/>
          <p:nvPr/>
        </p:nvSpPr>
        <p:spPr>
          <a:xfrm>
            <a:off x="-3530600" y="635000"/>
            <a:ext cx="3302000" cy="134441"/>
          </a:xfrm>
          <a:prstGeom prst="rect">
            <a:avLst/>
          </a:prstGeom>
          <a:solidFill>
            <a:srgbClr val="6C2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0B4ED50-AC77-40E2-869A-5229E7665B24}"/>
              </a:ext>
            </a:extLst>
          </p:cNvPr>
          <p:cNvSpPr txBox="1"/>
          <p:nvPr/>
        </p:nvSpPr>
        <p:spPr>
          <a:xfrm>
            <a:off x="1587394" y="2106696"/>
            <a:ext cx="9017212" cy="2862322"/>
          </a:xfrm>
          <a:prstGeom prst="rect">
            <a:avLst/>
          </a:prstGeom>
          <a:noFill/>
        </p:spPr>
        <p:txBody>
          <a:bodyPr wrap="none" rtlCol="0">
            <a:spAutoFit/>
          </a:bodyPr>
          <a:lstStyle/>
          <a:p>
            <a:pPr algn="just"/>
            <a:r>
              <a:rPr lang="en-US" dirty="0">
                <a:solidFill>
                  <a:srgbClr val="6C261D"/>
                </a:solidFill>
                <a:latin typeface="Raleway black" panose="020B0A03030101060003" pitchFamily="34" charset="0"/>
              </a:rPr>
              <a:t>USB  flash drives are often used for storage, data back-up and transferring of</a:t>
            </a:r>
          </a:p>
          <a:p>
            <a:pPr algn="just"/>
            <a:r>
              <a:rPr lang="en-US" dirty="0">
                <a:solidFill>
                  <a:srgbClr val="6C261D"/>
                </a:solidFill>
                <a:latin typeface="Raleway black" panose="020B0A03030101060003" pitchFamily="34" charset="0"/>
              </a:rPr>
              <a:t>Computer files.</a:t>
            </a:r>
          </a:p>
          <a:p>
            <a:pPr algn="just"/>
            <a:endParaRPr lang="en-US" dirty="0">
              <a:solidFill>
                <a:srgbClr val="6C261D"/>
              </a:solidFill>
              <a:latin typeface="Raleway black" panose="020B0A03030101060003" pitchFamily="34" charset="0"/>
            </a:endParaRPr>
          </a:p>
          <a:p>
            <a:pPr algn="just"/>
            <a:r>
              <a:rPr lang="en-US" dirty="0">
                <a:solidFill>
                  <a:srgbClr val="6C261D"/>
                </a:solidFill>
                <a:latin typeface="Raleway black" panose="020B0A03030101060003" pitchFamily="34" charset="0"/>
              </a:rPr>
              <a:t>Compared with floppy disks or CDs, they are smaller, faster, have significantly</a:t>
            </a:r>
          </a:p>
          <a:p>
            <a:pPr algn="just"/>
            <a:r>
              <a:rPr lang="en-US" dirty="0">
                <a:solidFill>
                  <a:srgbClr val="6C261D"/>
                </a:solidFill>
                <a:latin typeface="Raleway black" panose="020B0A03030101060003" pitchFamily="34" charset="0"/>
              </a:rPr>
              <a:t>More capacity, and are more durable due to a lack of moving parts.</a:t>
            </a:r>
          </a:p>
          <a:p>
            <a:pPr algn="just"/>
            <a:endParaRPr lang="en-US" dirty="0">
              <a:solidFill>
                <a:srgbClr val="6C261D"/>
              </a:solidFill>
              <a:latin typeface="Raleway black" panose="020B0A03030101060003" pitchFamily="34" charset="0"/>
            </a:endParaRPr>
          </a:p>
          <a:p>
            <a:pPr algn="just"/>
            <a:r>
              <a:rPr lang="en-US" dirty="0">
                <a:solidFill>
                  <a:srgbClr val="6C261D"/>
                </a:solidFill>
                <a:latin typeface="Raleway black" panose="020B0A03030101060003" pitchFamily="34" charset="0"/>
              </a:rPr>
              <a:t>USB flash drives hold a variety of amounts of data, such as 2GB or more.</a:t>
            </a:r>
          </a:p>
          <a:p>
            <a:pPr algn="just"/>
            <a:endParaRPr lang="en-US" dirty="0">
              <a:solidFill>
                <a:srgbClr val="6C261D"/>
              </a:solidFill>
              <a:latin typeface="Raleway black" panose="020B0A03030101060003" pitchFamily="34" charset="0"/>
            </a:endParaRPr>
          </a:p>
          <a:p>
            <a:pPr algn="just"/>
            <a:r>
              <a:rPr lang="en-US" dirty="0">
                <a:solidFill>
                  <a:srgbClr val="6C261D"/>
                </a:solidFill>
                <a:latin typeface="Raleway black" panose="020B0A03030101060003" pitchFamily="34" charset="0"/>
              </a:rPr>
              <a:t>USB flash drives can store important files and data backup, carry favorite</a:t>
            </a:r>
          </a:p>
          <a:p>
            <a:pPr algn="just"/>
            <a:r>
              <a:rPr lang="en-US" dirty="0">
                <a:solidFill>
                  <a:srgbClr val="6C261D"/>
                </a:solidFill>
                <a:latin typeface="Raleway black" panose="020B0A03030101060003" pitchFamily="34" charset="0"/>
              </a:rPr>
              <a:t>settings or applications, run diagnostics to troubleshoot the computer.</a:t>
            </a:r>
          </a:p>
        </p:txBody>
      </p:sp>
    </p:spTree>
    <p:extLst>
      <p:ext uri="{BB962C8B-B14F-4D97-AF65-F5344CB8AC3E}">
        <p14:creationId xmlns:p14="http://schemas.microsoft.com/office/powerpoint/2010/main" val="2804395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1.25E-6 1.48148E-6 L 0.3 0.00996 " pathEditMode="relative" rAng="0" ptsTypes="AA">
                                      <p:cBhvr>
                                        <p:cTn id="6" dur="2000" fill="hold"/>
                                        <p:tgtEl>
                                          <p:spTgt spid="4"/>
                                        </p:tgtEl>
                                        <p:attrNameLst>
                                          <p:attrName>ppt_x</p:attrName>
                                          <p:attrName>ppt_y</p:attrName>
                                        </p:attrNameLst>
                                      </p:cBhvr>
                                      <p:rCtr x="13893" y="0"/>
                                    </p:animMotion>
                                  </p:childTnLst>
                                </p:cTn>
                              </p:par>
                              <p:par>
                                <p:cTn id="7" presetID="10"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down)">
                                      <p:cBhvr>
                                        <p:cTn id="14" dur="50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p:bldP spid="4" grpId="0" animBg="1"/>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651E3E"/>
        </a:solid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3FD4986D-66C2-4559-AF83-33B2ABDCC145}"/>
              </a:ext>
            </a:extLst>
          </p:cNvPr>
          <p:cNvSpPr/>
          <p:nvPr/>
        </p:nvSpPr>
        <p:spPr>
          <a:xfrm>
            <a:off x="685800" y="1654629"/>
            <a:ext cx="11086960" cy="4158342"/>
          </a:xfrm>
          <a:prstGeom prst="roundRect">
            <a:avLst/>
          </a:prstGeom>
          <a:noFill/>
          <a:ln w="76200">
            <a:solidFill>
              <a:srgbClr val="6C261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1D1D695-3863-4E25-B29E-41A634685C2A}"/>
              </a:ext>
            </a:extLst>
          </p:cNvPr>
          <p:cNvSpPr txBox="1"/>
          <p:nvPr/>
        </p:nvSpPr>
        <p:spPr>
          <a:xfrm>
            <a:off x="0" y="0"/>
            <a:ext cx="10418618" cy="769441"/>
          </a:xfrm>
          <a:prstGeom prst="rect">
            <a:avLst/>
          </a:prstGeom>
          <a:noFill/>
        </p:spPr>
        <p:txBody>
          <a:bodyPr wrap="square">
            <a:spAutoFit/>
          </a:bodyPr>
          <a:lstStyle/>
          <a:p>
            <a:pPr algn="ctr"/>
            <a:r>
              <a:rPr lang="en-US" sz="4400" spc="-150" dirty="0">
                <a:solidFill>
                  <a:srgbClr val="6C261D"/>
                </a:solidFill>
                <a:latin typeface="Raleway black" panose="020B0A03030101060003" pitchFamily="34" charset="0"/>
              </a:rPr>
              <a:t>STEPS ON  HOW  TO USE A FLASH DRIVE</a:t>
            </a:r>
          </a:p>
        </p:txBody>
      </p:sp>
      <p:sp>
        <p:nvSpPr>
          <p:cNvPr id="4" name="Rectangle 3">
            <a:extLst>
              <a:ext uri="{FF2B5EF4-FFF2-40B4-BE49-F238E27FC236}">
                <a16:creationId xmlns:a16="http://schemas.microsoft.com/office/drawing/2014/main" id="{90CCB772-DDFA-471D-BA47-2AC25B29CE0C}"/>
              </a:ext>
            </a:extLst>
          </p:cNvPr>
          <p:cNvSpPr/>
          <p:nvPr/>
        </p:nvSpPr>
        <p:spPr>
          <a:xfrm>
            <a:off x="-10795820" y="769441"/>
            <a:ext cx="10418618" cy="145986"/>
          </a:xfrm>
          <a:prstGeom prst="rect">
            <a:avLst/>
          </a:prstGeom>
          <a:solidFill>
            <a:srgbClr val="6C2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2AE26C2-30A7-4020-BF3F-0DB174AE98EC}"/>
              </a:ext>
            </a:extLst>
          </p:cNvPr>
          <p:cNvSpPr txBox="1"/>
          <p:nvPr/>
        </p:nvSpPr>
        <p:spPr>
          <a:xfrm>
            <a:off x="1003465" y="2441138"/>
            <a:ext cx="10769295" cy="2585323"/>
          </a:xfrm>
          <a:prstGeom prst="rect">
            <a:avLst/>
          </a:prstGeom>
          <a:noFill/>
        </p:spPr>
        <p:txBody>
          <a:bodyPr wrap="none" rtlCol="0">
            <a:spAutoFit/>
          </a:bodyPr>
          <a:lstStyle/>
          <a:p>
            <a:pPr marL="342900" indent="-342900">
              <a:buAutoNum type="arabicPeriod"/>
            </a:pPr>
            <a:r>
              <a:rPr lang="en-US" dirty="0">
                <a:solidFill>
                  <a:srgbClr val="6C261D"/>
                </a:solidFill>
                <a:latin typeface="Raleway black" panose="020B0A03030101060003" pitchFamily="34" charset="0"/>
              </a:rPr>
              <a:t>PLUG THE DRIVE IN ANY AVAILABLE USB PORT</a:t>
            </a:r>
            <a:br>
              <a:rPr lang="en-US" dirty="0">
                <a:solidFill>
                  <a:srgbClr val="6C261D"/>
                </a:solidFill>
                <a:latin typeface="Raleway black" panose="020B0A03030101060003" pitchFamily="34" charset="0"/>
              </a:rPr>
            </a:br>
            <a:r>
              <a:rPr lang="en-US" dirty="0">
                <a:solidFill>
                  <a:srgbClr val="6C261D"/>
                </a:solidFill>
                <a:latin typeface="Raleway black" panose="020B0A03030101060003" pitchFamily="34" charset="0"/>
              </a:rPr>
              <a:t>- wait a few moments while the computer automatically sets the drive up to be accessed</a:t>
            </a:r>
          </a:p>
          <a:p>
            <a:endParaRPr lang="en-US" dirty="0">
              <a:solidFill>
                <a:srgbClr val="6C261D"/>
              </a:solidFill>
              <a:latin typeface="Raleway black" panose="020B0A03030101060003" pitchFamily="34" charset="0"/>
            </a:endParaRPr>
          </a:p>
          <a:p>
            <a:r>
              <a:rPr lang="en-US" dirty="0">
                <a:solidFill>
                  <a:srgbClr val="6C261D"/>
                </a:solidFill>
                <a:latin typeface="Raleway black" panose="020B0A03030101060003" pitchFamily="34" charset="0"/>
              </a:rPr>
              <a:t>2. WAIT FOR THE DRIVE TO APPEAR</a:t>
            </a:r>
          </a:p>
          <a:p>
            <a:r>
              <a:rPr lang="en-US" dirty="0">
                <a:solidFill>
                  <a:srgbClr val="6C261D"/>
                </a:solidFill>
                <a:latin typeface="Raleway black" panose="020B0A03030101060003" pitchFamily="34" charset="0"/>
              </a:rPr>
              <a:t>     -once the drive is successfully installed, it will appear on your desktop</a:t>
            </a:r>
          </a:p>
          <a:p>
            <a:endParaRPr lang="en-US" dirty="0">
              <a:solidFill>
                <a:srgbClr val="6C261D"/>
              </a:solidFill>
              <a:latin typeface="Raleway black" panose="020B0A03030101060003" pitchFamily="34" charset="0"/>
            </a:endParaRPr>
          </a:p>
          <a:p>
            <a:r>
              <a:rPr lang="en-US" dirty="0">
                <a:solidFill>
                  <a:srgbClr val="6C261D"/>
                </a:solidFill>
                <a:latin typeface="Raleway black" panose="020B0A03030101060003" pitchFamily="34" charset="0"/>
              </a:rPr>
              <a:t>3. COPY AND PASTE/CLICK AND DRAG FILES AND FOLDER ONTO THE DRIVE</a:t>
            </a:r>
          </a:p>
          <a:p>
            <a:r>
              <a:rPr lang="en-US" dirty="0">
                <a:solidFill>
                  <a:srgbClr val="6C261D"/>
                </a:solidFill>
                <a:latin typeface="Raleway black" panose="020B0A03030101060003" pitchFamily="34" charset="0"/>
              </a:rPr>
              <a:t>    -once the transfer process is complete, you can remove the drive from the computer/eject </a:t>
            </a:r>
          </a:p>
          <a:p>
            <a:r>
              <a:rPr lang="en-US" dirty="0">
                <a:solidFill>
                  <a:srgbClr val="6C261D"/>
                </a:solidFill>
                <a:latin typeface="Raleway black" panose="020B0A03030101060003" pitchFamily="34" charset="0"/>
              </a:rPr>
              <a:t>      it from the computer</a:t>
            </a:r>
          </a:p>
        </p:txBody>
      </p:sp>
    </p:spTree>
    <p:extLst>
      <p:ext uri="{BB962C8B-B14F-4D97-AF65-F5344CB8AC3E}">
        <p14:creationId xmlns:p14="http://schemas.microsoft.com/office/powerpoint/2010/main" val="3744804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3.125E-6 3.33333E-6 L 0.89258 -0.01065 " pathEditMode="relative" rAng="0" ptsTypes="AA">
                                      <p:cBhvr>
                                        <p:cTn id="6" dur="2000" fill="hold"/>
                                        <p:tgtEl>
                                          <p:spTgt spid="4"/>
                                        </p:tgtEl>
                                        <p:attrNameLst>
                                          <p:attrName>ppt_x</p:attrName>
                                          <p:attrName>ppt_y</p:attrName>
                                        </p:attrNameLst>
                                      </p:cBhvr>
                                      <p:rCtr x="44635" y="-532"/>
                                    </p:animMotion>
                                  </p:childTnLst>
                                </p:cTn>
                              </p:par>
                              <p:par>
                                <p:cTn id="7" presetID="10" presetClass="entr" presetSubtype="0" fill="hold"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22" presetClass="entr" presetSubtype="4" fill="hold" nodeType="with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wipe(down)">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wipe(down)">
                                      <p:cBhvr>
                                        <p:cTn id="22" dur="500"/>
                                        <p:tgtEl>
                                          <p:spTgt spid="5">
                                            <p:txEl>
                                              <p:pRg st="2" end="2"/>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Effect transition="in" filter="wipe(down)">
                                      <p:cBhvr>
                                        <p:cTn id="25" dur="500"/>
                                        <p:tgtEl>
                                          <p:spTgt spid="5">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5">
                                            <p:txEl>
                                              <p:pRg st="5" end="5"/>
                                            </p:txEl>
                                          </p:spTgt>
                                        </p:tgtEl>
                                        <p:attrNameLst>
                                          <p:attrName>style.visibility</p:attrName>
                                        </p:attrNameLst>
                                      </p:cBhvr>
                                      <p:to>
                                        <p:strVal val="visible"/>
                                      </p:to>
                                    </p:set>
                                    <p:animEffect transition="in" filter="wipe(down)">
                                      <p:cBhvr>
                                        <p:cTn id="30" dur="500"/>
                                        <p:tgtEl>
                                          <p:spTgt spid="5">
                                            <p:txEl>
                                              <p:pRg st="5" end="5"/>
                                            </p:txEl>
                                          </p:spTgt>
                                        </p:tgtEl>
                                      </p:cBhvr>
                                    </p:animEffect>
                                  </p:childTnLst>
                                </p:cTn>
                              </p:par>
                              <p:par>
                                <p:cTn id="31" presetID="22" presetClass="entr" presetSubtype="4" fill="hold" nodeType="withEffect">
                                  <p:stCondLst>
                                    <p:cond delay="0"/>
                                  </p:stCondLst>
                                  <p:childTnLst>
                                    <p:set>
                                      <p:cBhvr>
                                        <p:cTn id="32" dur="1" fill="hold">
                                          <p:stCondLst>
                                            <p:cond delay="0"/>
                                          </p:stCondLst>
                                        </p:cTn>
                                        <p:tgtEl>
                                          <p:spTgt spid="5">
                                            <p:txEl>
                                              <p:pRg st="6" end="6"/>
                                            </p:txEl>
                                          </p:spTgt>
                                        </p:tgtEl>
                                        <p:attrNameLst>
                                          <p:attrName>style.visibility</p:attrName>
                                        </p:attrNameLst>
                                      </p:cBhvr>
                                      <p:to>
                                        <p:strVal val="visible"/>
                                      </p:to>
                                    </p:set>
                                    <p:animEffect transition="in" filter="wipe(down)">
                                      <p:cBhvr>
                                        <p:cTn id="33" dur="500"/>
                                        <p:tgtEl>
                                          <p:spTgt spid="5">
                                            <p:txEl>
                                              <p:pRg st="6" end="6"/>
                                            </p:txEl>
                                          </p:spTgt>
                                        </p:tgtEl>
                                      </p:cBhvr>
                                    </p:animEffect>
                                  </p:childTnLst>
                                </p:cTn>
                              </p:par>
                              <p:par>
                                <p:cTn id="34" presetID="22" presetClass="entr" presetSubtype="4" fill="hold" nodeType="withEffect">
                                  <p:stCondLst>
                                    <p:cond delay="0"/>
                                  </p:stCondLst>
                                  <p:childTnLst>
                                    <p:set>
                                      <p:cBhvr>
                                        <p:cTn id="35" dur="1" fill="hold">
                                          <p:stCondLst>
                                            <p:cond delay="0"/>
                                          </p:stCondLst>
                                        </p:cTn>
                                        <p:tgtEl>
                                          <p:spTgt spid="5">
                                            <p:txEl>
                                              <p:pRg st="7" end="7"/>
                                            </p:txEl>
                                          </p:spTgt>
                                        </p:tgtEl>
                                        <p:attrNameLst>
                                          <p:attrName>style.visibility</p:attrName>
                                        </p:attrNameLst>
                                      </p:cBhvr>
                                      <p:to>
                                        <p:strVal val="visible"/>
                                      </p:to>
                                    </p:set>
                                    <p:animEffect transition="in" filter="wipe(down)">
                                      <p:cBhvr>
                                        <p:cTn id="36"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451E3E"/>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6E9AD28-4726-4B21-B216-7811998A50D9}"/>
              </a:ext>
            </a:extLst>
          </p:cNvPr>
          <p:cNvSpPr txBox="1"/>
          <p:nvPr/>
        </p:nvSpPr>
        <p:spPr>
          <a:xfrm>
            <a:off x="0" y="0"/>
            <a:ext cx="2990781" cy="769441"/>
          </a:xfrm>
          <a:prstGeom prst="rect">
            <a:avLst/>
          </a:prstGeom>
          <a:noFill/>
        </p:spPr>
        <p:txBody>
          <a:bodyPr wrap="square">
            <a:spAutoFit/>
          </a:bodyPr>
          <a:lstStyle/>
          <a:p>
            <a:pPr algn="ctr"/>
            <a:r>
              <a:rPr lang="en-US" sz="4400" spc="-150" dirty="0">
                <a:solidFill>
                  <a:srgbClr val="3B7482"/>
                </a:solidFill>
                <a:latin typeface="Raleway black" panose="020B0A03030101060003" pitchFamily="34" charset="0"/>
              </a:rPr>
              <a:t>MEMBERS</a:t>
            </a:r>
          </a:p>
        </p:txBody>
      </p:sp>
      <p:sp>
        <p:nvSpPr>
          <p:cNvPr id="12" name="Rectangle 11">
            <a:extLst>
              <a:ext uri="{FF2B5EF4-FFF2-40B4-BE49-F238E27FC236}">
                <a16:creationId xmlns:a16="http://schemas.microsoft.com/office/drawing/2014/main" id="{D24EE0E2-092B-4B90-AD09-EF03A6884861}"/>
              </a:ext>
            </a:extLst>
          </p:cNvPr>
          <p:cNvSpPr/>
          <p:nvPr/>
        </p:nvSpPr>
        <p:spPr>
          <a:xfrm>
            <a:off x="-2892810" y="642257"/>
            <a:ext cx="2797629" cy="127184"/>
          </a:xfrm>
          <a:prstGeom prst="rect">
            <a:avLst/>
          </a:prstGeom>
          <a:solidFill>
            <a:srgbClr val="3B74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3B7482"/>
              </a:solidFill>
            </a:endParaRPr>
          </a:p>
        </p:txBody>
      </p:sp>
      <p:pic>
        <p:nvPicPr>
          <p:cNvPr id="14" name="Graphic 13" descr="User">
            <a:extLst>
              <a:ext uri="{FF2B5EF4-FFF2-40B4-BE49-F238E27FC236}">
                <a16:creationId xmlns:a16="http://schemas.microsoft.com/office/drawing/2014/main" id="{E029968C-46C6-4896-8D57-26D5FB16E0A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95390" y="1121320"/>
            <a:ext cx="914400" cy="914400"/>
          </a:xfrm>
          <a:prstGeom prst="rect">
            <a:avLst/>
          </a:prstGeom>
        </p:spPr>
      </p:pic>
      <p:pic>
        <p:nvPicPr>
          <p:cNvPr id="16" name="Graphic 15" descr="User">
            <a:extLst>
              <a:ext uri="{FF2B5EF4-FFF2-40B4-BE49-F238E27FC236}">
                <a16:creationId xmlns:a16="http://schemas.microsoft.com/office/drawing/2014/main" id="{1BF3732F-789F-4BBC-8D27-0A5DEA4DCBA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95390" y="2381250"/>
            <a:ext cx="914400" cy="914400"/>
          </a:xfrm>
          <a:prstGeom prst="rect">
            <a:avLst/>
          </a:prstGeom>
        </p:spPr>
      </p:pic>
      <p:pic>
        <p:nvPicPr>
          <p:cNvPr id="18" name="Graphic 17" descr="User">
            <a:extLst>
              <a:ext uri="{FF2B5EF4-FFF2-40B4-BE49-F238E27FC236}">
                <a16:creationId xmlns:a16="http://schemas.microsoft.com/office/drawing/2014/main" id="{4480E826-16E5-4841-9D1C-66BEC18D0F1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95390" y="3454400"/>
            <a:ext cx="914400" cy="914400"/>
          </a:xfrm>
          <a:prstGeom prst="rect">
            <a:avLst/>
          </a:prstGeom>
        </p:spPr>
      </p:pic>
      <p:pic>
        <p:nvPicPr>
          <p:cNvPr id="20" name="Graphic 19" descr="User">
            <a:extLst>
              <a:ext uri="{FF2B5EF4-FFF2-40B4-BE49-F238E27FC236}">
                <a16:creationId xmlns:a16="http://schemas.microsoft.com/office/drawing/2014/main" id="{C30AB2CB-AFD8-4EC8-83A8-311CAD8D3D5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95390" y="4527550"/>
            <a:ext cx="914400" cy="914400"/>
          </a:xfrm>
          <a:prstGeom prst="rect">
            <a:avLst/>
          </a:prstGeom>
        </p:spPr>
      </p:pic>
      <p:pic>
        <p:nvPicPr>
          <p:cNvPr id="22" name="Graphic 21" descr="User">
            <a:extLst>
              <a:ext uri="{FF2B5EF4-FFF2-40B4-BE49-F238E27FC236}">
                <a16:creationId xmlns:a16="http://schemas.microsoft.com/office/drawing/2014/main" id="{BDF31A9F-8B18-4E11-9A59-A8C47EEF37A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95390" y="5600700"/>
            <a:ext cx="914400" cy="914400"/>
          </a:xfrm>
          <a:prstGeom prst="rect">
            <a:avLst/>
          </a:prstGeom>
        </p:spPr>
      </p:pic>
      <p:sp>
        <p:nvSpPr>
          <p:cNvPr id="23" name="TextBox 22">
            <a:extLst>
              <a:ext uri="{FF2B5EF4-FFF2-40B4-BE49-F238E27FC236}">
                <a16:creationId xmlns:a16="http://schemas.microsoft.com/office/drawing/2014/main" id="{28C56A36-BEAF-4A08-A1EE-87F2A20B1367}"/>
              </a:ext>
            </a:extLst>
          </p:cNvPr>
          <p:cNvSpPr txBox="1"/>
          <p:nvPr/>
        </p:nvSpPr>
        <p:spPr>
          <a:xfrm>
            <a:off x="2990781" y="1313735"/>
            <a:ext cx="2948243" cy="523220"/>
          </a:xfrm>
          <a:prstGeom prst="rect">
            <a:avLst/>
          </a:prstGeom>
          <a:noFill/>
        </p:spPr>
        <p:txBody>
          <a:bodyPr wrap="none" rtlCol="0">
            <a:spAutoFit/>
          </a:bodyPr>
          <a:lstStyle/>
          <a:p>
            <a:r>
              <a:rPr lang="en-US" sz="2800" dirty="0" err="1">
                <a:solidFill>
                  <a:srgbClr val="3B7482"/>
                </a:solidFill>
                <a:latin typeface="Raleway black" panose="020B0A03030101060003" pitchFamily="34" charset="0"/>
              </a:rPr>
              <a:t>Canonigo</a:t>
            </a:r>
            <a:r>
              <a:rPr lang="en-US" sz="2800" dirty="0">
                <a:solidFill>
                  <a:srgbClr val="3B7482"/>
                </a:solidFill>
                <a:latin typeface="Raleway black" panose="020B0A03030101060003" pitchFamily="34" charset="0"/>
              </a:rPr>
              <a:t>, </a:t>
            </a:r>
            <a:r>
              <a:rPr lang="en-US" sz="2800" dirty="0" err="1">
                <a:solidFill>
                  <a:srgbClr val="3B7482"/>
                </a:solidFill>
                <a:latin typeface="Raleway black" panose="020B0A03030101060003" pitchFamily="34" charset="0"/>
              </a:rPr>
              <a:t>Aljae</a:t>
            </a:r>
            <a:endParaRPr lang="en-US" sz="2800" dirty="0">
              <a:solidFill>
                <a:srgbClr val="3B7482"/>
              </a:solidFill>
              <a:latin typeface="Raleway black" panose="020B0A03030101060003" pitchFamily="34" charset="0"/>
            </a:endParaRPr>
          </a:p>
        </p:txBody>
      </p:sp>
      <p:sp>
        <p:nvSpPr>
          <p:cNvPr id="25" name="TextBox 24">
            <a:extLst>
              <a:ext uri="{FF2B5EF4-FFF2-40B4-BE49-F238E27FC236}">
                <a16:creationId xmlns:a16="http://schemas.microsoft.com/office/drawing/2014/main" id="{067862C3-6C70-4C49-8720-4B91E9176D0C}"/>
              </a:ext>
            </a:extLst>
          </p:cNvPr>
          <p:cNvSpPr txBox="1"/>
          <p:nvPr/>
        </p:nvSpPr>
        <p:spPr>
          <a:xfrm>
            <a:off x="2990781" y="2576840"/>
            <a:ext cx="7740650" cy="523220"/>
          </a:xfrm>
          <a:prstGeom prst="rect">
            <a:avLst/>
          </a:prstGeom>
          <a:noFill/>
        </p:spPr>
        <p:txBody>
          <a:bodyPr wrap="square">
            <a:spAutoFit/>
          </a:bodyPr>
          <a:lstStyle/>
          <a:p>
            <a:r>
              <a:rPr lang="en-US" sz="2800" dirty="0" err="1">
                <a:solidFill>
                  <a:srgbClr val="3B7482"/>
                </a:solidFill>
                <a:latin typeface="Raleway black" panose="020B0A03030101060003" pitchFamily="34" charset="0"/>
              </a:rPr>
              <a:t>Embradora</a:t>
            </a:r>
            <a:r>
              <a:rPr lang="en-US" sz="2800" dirty="0">
                <a:solidFill>
                  <a:srgbClr val="3B7482"/>
                </a:solidFill>
                <a:latin typeface="Raleway black" panose="020B0A03030101060003" pitchFamily="34" charset="0"/>
              </a:rPr>
              <a:t>, </a:t>
            </a:r>
            <a:r>
              <a:rPr lang="en-US" sz="2800" dirty="0" err="1">
                <a:solidFill>
                  <a:srgbClr val="3B7482"/>
                </a:solidFill>
                <a:latin typeface="Raleway black" panose="020B0A03030101060003" pitchFamily="34" charset="0"/>
              </a:rPr>
              <a:t>Ardreav</a:t>
            </a:r>
            <a:endParaRPr lang="en-US" sz="2800" dirty="0">
              <a:solidFill>
                <a:srgbClr val="3B7482"/>
              </a:solidFill>
              <a:latin typeface="Raleway black" panose="020B0A03030101060003" pitchFamily="34" charset="0"/>
            </a:endParaRPr>
          </a:p>
        </p:txBody>
      </p:sp>
      <p:sp>
        <p:nvSpPr>
          <p:cNvPr id="27" name="TextBox 26">
            <a:extLst>
              <a:ext uri="{FF2B5EF4-FFF2-40B4-BE49-F238E27FC236}">
                <a16:creationId xmlns:a16="http://schemas.microsoft.com/office/drawing/2014/main" id="{C0066A8E-53E5-4D14-A31F-D98F23DD0D85}"/>
              </a:ext>
            </a:extLst>
          </p:cNvPr>
          <p:cNvSpPr txBox="1"/>
          <p:nvPr/>
        </p:nvSpPr>
        <p:spPr>
          <a:xfrm>
            <a:off x="2990781" y="3649990"/>
            <a:ext cx="7740650" cy="523220"/>
          </a:xfrm>
          <a:prstGeom prst="rect">
            <a:avLst/>
          </a:prstGeom>
          <a:noFill/>
        </p:spPr>
        <p:txBody>
          <a:bodyPr wrap="square">
            <a:spAutoFit/>
          </a:bodyPr>
          <a:lstStyle/>
          <a:p>
            <a:r>
              <a:rPr lang="en-US" sz="2800" dirty="0">
                <a:solidFill>
                  <a:srgbClr val="3B7482"/>
                </a:solidFill>
                <a:latin typeface="Raleway black" panose="020B0A03030101060003" pitchFamily="34" charset="0"/>
              </a:rPr>
              <a:t>Engbino, Kaye</a:t>
            </a:r>
          </a:p>
        </p:txBody>
      </p:sp>
      <p:sp>
        <p:nvSpPr>
          <p:cNvPr id="29" name="TextBox 28">
            <a:extLst>
              <a:ext uri="{FF2B5EF4-FFF2-40B4-BE49-F238E27FC236}">
                <a16:creationId xmlns:a16="http://schemas.microsoft.com/office/drawing/2014/main" id="{EAABCCC3-7E7A-40FA-89D2-404E9E38F538}"/>
              </a:ext>
            </a:extLst>
          </p:cNvPr>
          <p:cNvSpPr txBox="1"/>
          <p:nvPr/>
        </p:nvSpPr>
        <p:spPr>
          <a:xfrm>
            <a:off x="2990781" y="4722552"/>
            <a:ext cx="7740650" cy="523220"/>
          </a:xfrm>
          <a:prstGeom prst="rect">
            <a:avLst/>
          </a:prstGeom>
          <a:noFill/>
        </p:spPr>
        <p:txBody>
          <a:bodyPr wrap="square">
            <a:spAutoFit/>
          </a:bodyPr>
          <a:lstStyle/>
          <a:p>
            <a:r>
              <a:rPr lang="en-US" sz="2800" dirty="0" err="1">
                <a:solidFill>
                  <a:srgbClr val="3B7482"/>
                </a:solidFill>
                <a:latin typeface="Raleway black" panose="020B0A03030101060003" pitchFamily="34" charset="0"/>
              </a:rPr>
              <a:t>Leron</a:t>
            </a:r>
            <a:r>
              <a:rPr lang="en-US" sz="2800" dirty="0">
                <a:solidFill>
                  <a:srgbClr val="3B7482"/>
                </a:solidFill>
                <a:latin typeface="Raleway black" panose="020B0A03030101060003" pitchFamily="34" charset="0"/>
              </a:rPr>
              <a:t>, Leonardo Gwen</a:t>
            </a:r>
          </a:p>
        </p:txBody>
      </p:sp>
      <p:sp>
        <p:nvSpPr>
          <p:cNvPr id="31" name="TextBox 30">
            <a:extLst>
              <a:ext uri="{FF2B5EF4-FFF2-40B4-BE49-F238E27FC236}">
                <a16:creationId xmlns:a16="http://schemas.microsoft.com/office/drawing/2014/main" id="{E161D606-D1EE-4C29-9729-6409A9257281}"/>
              </a:ext>
            </a:extLst>
          </p:cNvPr>
          <p:cNvSpPr txBox="1"/>
          <p:nvPr/>
        </p:nvSpPr>
        <p:spPr>
          <a:xfrm>
            <a:off x="2990781" y="5796290"/>
            <a:ext cx="7740650" cy="523220"/>
          </a:xfrm>
          <a:prstGeom prst="rect">
            <a:avLst/>
          </a:prstGeom>
          <a:noFill/>
        </p:spPr>
        <p:txBody>
          <a:bodyPr wrap="square">
            <a:spAutoFit/>
          </a:bodyPr>
          <a:lstStyle/>
          <a:p>
            <a:r>
              <a:rPr lang="en-US" sz="2800" dirty="0">
                <a:solidFill>
                  <a:srgbClr val="3B7482"/>
                </a:solidFill>
                <a:latin typeface="Raleway black" panose="020B0A03030101060003" pitchFamily="34" charset="0"/>
              </a:rPr>
              <a:t>Sanchez, </a:t>
            </a:r>
            <a:r>
              <a:rPr lang="en-US" sz="2800" dirty="0" err="1">
                <a:solidFill>
                  <a:srgbClr val="3B7482"/>
                </a:solidFill>
                <a:latin typeface="Raleway black" panose="020B0A03030101060003" pitchFamily="34" charset="0"/>
              </a:rPr>
              <a:t>Dexmart</a:t>
            </a:r>
            <a:endParaRPr lang="en-US" sz="2800" dirty="0">
              <a:solidFill>
                <a:srgbClr val="3B7482"/>
              </a:solidFill>
              <a:latin typeface="Raleway black" panose="020B0A03030101060003" pitchFamily="34" charset="0"/>
            </a:endParaRPr>
          </a:p>
        </p:txBody>
      </p:sp>
    </p:spTree>
    <p:extLst>
      <p:ext uri="{BB962C8B-B14F-4D97-AF65-F5344CB8AC3E}">
        <p14:creationId xmlns:p14="http://schemas.microsoft.com/office/powerpoint/2010/main" val="1937219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42" presetClass="path" presetSubtype="0" accel="50000" decel="50000" fill="hold" grpId="0" nodeType="withEffect">
                                  <p:stCondLst>
                                    <p:cond delay="0"/>
                                  </p:stCondLst>
                                  <p:childTnLst>
                                    <p:animMotion origin="layout" path="M -3.95833E-6 0.00926 L 0.24532 0.00926 " pathEditMode="relative" rAng="0" ptsTypes="AA">
                                      <p:cBhvr>
                                        <p:cTn id="9" dur="2000" fill="hold"/>
                                        <p:tgtEl>
                                          <p:spTgt spid="12"/>
                                        </p:tgtEl>
                                        <p:attrNameLst>
                                          <p:attrName>ppt_x</p:attrName>
                                          <p:attrName>ppt_y</p:attrName>
                                        </p:attrNameLst>
                                      </p:cBhvr>
                                      <p:rCtr x="12266" y="0"/>
                                    </p:animMotion>
                                  </p:childTnLst>
                                </p:cTn>
                              </p:par>
                            </p:childTnLst>
                          </p:cTn>
                        </p:par>
                      </p:childTnLst>
                    </p:cTn>
                  </p:par>
                  <p:par>
                    <p:cTn id="10" fill="hold">
                      <p:stCondLst>
                        <p:cond delay="indefinite"/>
                      </p:stCondLst>
                      <p:childTnLst>
                        <p:par>
                          <p:cTn id="11" fill="hold">
                            <p:stCondLst>
                              <p:cond delay="0"/>
                            </p:stCondLst>
                            <p:childTnLst>
                              <p:par>
                                <p:cTn id="12" presetID="15"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 calcmode="lin" valueType="num">
                                      <p:cBhvr>
                                        <p:cTn id="14" dur="1000" fill="hold"/>
                                        <p:tgtEl>
                                          <p:spTgt spid="14"/>
                                        </p:tgtEl>
                                        <p:attrNameLst>
                                          <p:attrName>ppt_w</p:attrName>
                                        </p:attrNameLst>
                                      </p:cBhvr>
                                      <p:tavLst>
                                        <p:tav tm="0">
                                          <p:val>
                                            <p:fltVal val="0"/>
                                          </p:val>
                                        </p:tav>
                                        <p:tav tm="100000">
                                          <p:val>
                                            <p:strVal val="#ppt_w"/>
                                          </p:val>
                                        </p:tav>
                                      </p:tavLst>
                                    </p:anim>
                                    <p:anim calcmode="lin" valueType="num">
                                      <p:cBhvr>
                                        <p:cTn id="15" dur="1000" fill="hold"/>
                                        <p:tgtEl>
                                          <p:spTgt spid="14"/>
                                        </p:tgtEl>
                                        <p:attrNameLst>
                                          <p:attrName>ppt_h</p:attrName>
                                        </p:attrNameLst>
                                      </p:cBhvr>
                                      <p:tavLst>
                                        <p:tav tm="0">
                                          <p:val>
                                            <p:fltVal val="0"/>
                                          </p:val>
                                        </p:tav>
                                        <p:tav tm="100000">
                                          <p:val>
                                            <p:strVal val="#ppt_h"/>
                                          </p:val>
                                        </p:tav>
                                      </p:tavLst>
                                    </p:anim>
                                    <p:anim calcmode="lin" valueType="num">
                                      <p:cBhvr>
                                        <p:cTn id="16" dur="1000" fill="hold"/>
                                        <p:tgtEl>
                                          <p:spTgt spid="14"/>
                                        </p:tgtEl>
                                        <p:attrNameLst>
                                          <p:attrName>ppt_x</p:attrName>
                                        </p:attrNameLst>
                                      </p:cBhvr>
                                      <p:tavLst>
                                        <p:tav tm="0" fmla="#ppt_x+(cos(-2*pi*(1-$))*-#ppt_x-sin(-2*pi*(1-$))*(1-#ppt_y))*(1-$)">
                                          <p:val>
                                            <p:fltVal val="0"/>
                                          </p:val>
                                        </p:tav>
                                        <p:tav tm="100000">
                                          <p:val>
                                            <p:fltVal val="1"/>
                                          </p:val>
                                        </p:tav>
                                      </p:tavLst>
                                    </p:anim>
                                    <p:anim calcmode="lin" valueType="num">
                                      <p:cBhvr>
                                        <p:cTn id="17" dur="1000" fill="hold"/>
                                        <p:tgtEl>
                                          <p:spTgt spid="14"/>
                                        </p:tgtEl>
                                        <p:attrNameLst>
                                          <p:attrName>ppt_y</p:attrName>
                                        </p:attrNameLst>
                                      </p:cBhvr>
                                      <p:tavLst>
                                        <p:tav tm="0" fmla="#ppt_y+(sin(-2*pi*(1-$))*-#ppt_x+cos(-2*pi*(1-$))*(1-#ppt_y))*(1-$)">
                                          <p:val>
                                            <p:fltVal val="0"/>
                                          </p:val>
                                        </p:tav>
                                        <p:tav tm="100000">
                                          <p:val>
                                            <p:fltVal val="1"/>
                                          </p:val>
                                        </p:tav>
                                      </p:tavLst>
                                    </p:anim>
                                  </p:childTnLst>
                                </p:cTn>
                              </p:par>
                              <p:par>
                                <p:cTn id="18" presetID="15" presetClass="entr" presetSubtype="0" fill="hold" nodeType="withEffect">
                                  <p:stCondLst>
                                    <p:cond delay="0"/>
                                  </p:stCondLst>
                                  <p:childTnLst>
                                    <p:set>
                                      <p:cBhvr>
                                        <p:cTn id="19" dur="1" fill="hold">
                                          <p:stCondLst>
                                            <p:cond delay="0"/>
                                          </p:stCondLst>
                                        </p:cTn>
                                        <p:tgtEl>
                                          <p:spTgt spid="16"/>
                                        </p:tgtEl>
                                        <p:attrNameLst>
                                          <p:attrName>style.visibility</p:attrName>
                                        </p:attrNameLst>
                                      </p:cBhvr>
                                      <p:to>
                                        <p:strVal val="visible"/>
                                      </p:to>
                                    </p:set>
                                    <p:anim calcmode="lin" valueType="num">
                                      <p:cBhvr>
                                        <p:cTn id="20" dur="1000" fill="hold"/>
                                        <p:tgtEl>
                                          <p:spTgt spid="16"/>
                                        </p:tgtEl>
                                        <p:attrNameLst>
                                          <p:attrName>ppt_w</p:attrName>
                                        </p:attrNameLst>
                                      </p:cBhvr>
                                      <p:tavLst>
                                        <p:tav tm="0">
                                          <p:val>
                                            <p:fltVal val="0"/>
                                          </p:val>
                                        </p:tav>
                                        <p:tav tm="100000">
                                          <p:val>
                                            <p:strVal val="#ppt_w"/>
                                          </p:val>
                                        </p:tav>
                                      </p:tavLst>
                                    </p:anim>
                                    <p:anim calcmode="lin" valueType="num">
                                      <p:cBhvr>
                                        <p:cTn id="21" dur="1000" fill="hold"/>
                                        <p:tgtEl>
                                          <p:spTgt spid="16"/>
                                        </p:tgtEl>
                                        <p:attrNameLst>
                                          <p:attrName>ppt_h</p:attrName>
                                        </p:attrNameLst>
                                      </p:cBhvr>
                                      <p:tavLst>
                                        <p:tav tm="0">
                                          <p:val>
                                            <p:fltVal val="0"/>
                                          </p:val>
                                        </p:tav>
                                        <p:tav tm="100000">
                                          <p:val>
                                            <p:strVal val="#ppt_h"/>
                                          </p:val>
                                        </p:tav>
                                      </p:tavLst>
                                    </p:anim>
                                    <p:anim calcmode="lin" valueType="num">
                                      <p:cBhvr>
                                        <p:cTn id="22" dur="1000" fill="hold"/>
                                        <p:tgtEl>
                                          <p:spTgt spid="16"/>
                                        </p:tgtEl>
                                        <p:attrNameLst>
                                          <p:attrName>ppt_x</p:attrName>
                                        </p:attrNameLst>
                                      </p:cBhvr>
                                      <p:tavLst>
                                        <p:tav tm="0" fmla="#ppt_x+(cos(-2*pi*(1-$))*-#ppt_x-sin(-2*pi*(1-$))*(1-#ppt_y))*(1-$)">
                                          <p:val>
                                            <p:fltVal val="0"/>
                                          </p:val>
                                        </p:tav>
                                        <p:tav tm="100000">
                                          <p:val>
                                            <p:fltVal val="1"/>
                                          </p:val>
                                        </p:tav>
                                      </p:tavLst>
                                    </p:anim>
                                    <p:anim calcmode="lin" valueType="num">
                                      <p:cBhvr>
                                        <p:cTn id="23" dur="1000" fill="hold"/>
                                        <p:tgtEl>
                                          <p:spTgt spid="16"/>
                                        </p:tgtEl>
                                        <p:attrNameLst>
                                          <p:attrName>ppt_y</p:attrName>
                                        </p:attrNameLst>
                                      </p:cBhvr>
                                      <p:tavLst>
                                        <p:tav tm="0" fmla="#ppt_y+(sin(-2*pi*(1-$))*-#ppt_x+cos(-2*pi*(1-$))*(1-#ppt_y))*(1-$)">
                                          <p:val>
                                            <p:fltVal val="0"/>
                                          </p:val>
                                        </p:tav>
                                        <p:tav tm="100000">
                                          <p:val>
                                            <p:fltVal val="1"/>
                                          </p:val>
                                        </p:tav>
                                      </p:tavLst>
                                    </p:anim>
                                  </p:childTnLst>
                                </p:cTn>
                              </p:par>
                              <p:par>
                                <p:cTn id="24" presetID="15" presetClass="entr" presetSubtype="0" fill="hold" nodeType="withEffect">
                                  <p:stCondLst>
                                    <p:cond delay="0"/>
                                  </p:stCondLst>
                                  <p:childTnLst>
                                    <p:set>
                                      <p:cBhvr>
                                        <p:cTn id="25" dur="1" fill="hold">
                                          <p:stCondLst>
                                            <p:cond delay="0"/>
                                          </p:stCondLst>
                                        </p:cTn>
                                        <p:tgtEl>
                                          <p:spTgt spid="18"/>
                                        </p:tgtEl>
                                        <p:attrNameLst>
                                          <p:attrName>style.visibility</p:attrName>
                                        </p:attrNameLst>
                                      </p:cBhvr>
                                      <p:to>
                                        <p:strVal val="visible"/>
                                      </p:to>
                                    </p:set>
                                    <p:anim calcmode="lin" valueType="num">
                                      <p:cBhvr>
                                        <p:cTn id="26" dur="1000" fill="hold"/>
                                        <p:tgtEl>
                                          <p:spTgt spid="18"/>
                                        </p:tgtEl>
                                        <p:attrNameLst>
                                          <p:attrName>ppt_w</p:attrName>
                                        </p:attrNameLst>
                                      </p:cBhvr>
                                      <p:tavLst>
                                        <p:tav tm="0">
                                          <p:val>
                                            <p:fltVal val="0"/>
                                          </p:val>
                                        </p:tav>
                                        <p:tav tm="100000">
                                          <p:val>
                                            <p:strVal val="#ppt_w"/>
                                          </p:val>
                                        </p:tav>
                                      </p:tavLst>
                                    </p:anim>
                                    <p:anim calcmode="lin" valueType="num">
                                      <p:cBhvr>
                                        <p:cTn id="27" dur="1000" fill="hold"/>
                                        <p:tgtEl>
                                          <p:spTgt spid="18"/>
                                        </p:tgtEl>
                                        <p:attrNameLst>
                                          <p:attrName>ppt_h</p:attrName>
                                        </p:attrNameLst>
                                      </p:cBhvr>
                                      <p:tavLst>
                                        <p:tav tm="0">
                                          <p:val>
                                            <p:fltVal val="0"/>
                                          </p:val>
                                        </p:tav>
                                        <p:tav tm="100000">
                                          <p:val>
                                            <p:strVal val="#ppt_h"/>
                                          </p:val>
                                        </p:tav>
                                      </p:tavLst>
                                    </p:anim>
                                    <p:anim calcmode="lin" valueType="num">
                                      <p:cBhvr>
                                        <p:cTn id="28" dur="1000" fill="hold"/>
                                        <p:tgtEl>
                                          <p:spTgt spid="18"/>
                                        </p:tgtEl>
                                        <p:attrNameLst>
                                          <p:attrName>ppt_x</p:attrName>
                                        </p:attrNameLst>
                                      </p:cBhvr>
                                      <p:tavLst>
                                        <p:tav tm="0" fmla="#ppt_x+(cos(-2*pi*(1-$))*-#ppt_x-sin(-2*pi*(1-$))*(1-#ppt_y))*(1-$)">
                                          <p:val>
                                            <p:fltVal val="0"/>
                                          </p:val>
                                        </p:tav>
                                        <p:tav tm="100000">
                                          <p:val>
                                            <p:fltVal val="1"/>
                                          </p:val>
                                        </p:tav>
                                      </p:tavLst>
                                    </p:anim>
                                    <p:anim calcmode="lin" valueType="num">
                                      <p:cBhvr>
                                        <p:cTn id="29" dur="1000" fill="hold"/>
                                        <p:tgtEl>
                                          <p:spTgt spid="18"/>
                                        </p:tgtEl>
                                        <p:attrNameLst>
                                          <p:attrName>ppt_y</p:attrName>
                                        </p:attrNameLst>
                                      </p:cBhvr>
                                      <p:tavLst>
                                        <p:tav tm="0" fmla="#ppt_y+(sin(-2*pi*(1-$))*-#ppt_x+cos(-2*pi*(1-$))*(1-#ppt_y))*(1-$)">
                                          <p:val>
                                            <p:fltVal val="0"/>
                                          </p:val>
                                        </p:tav>
                                        <p:tav tm="100000">
                                          <p:val>
                                            <p:fltVal val="1"/>
                                          </p:val>
                                        </p:tav>
                                      </p:tavLst>
                                    </p:anim>
                                  </p:childTnLst>
                                </p:cTn>
                              </p:par>
                              <p:par>
                                <p:cTn id="30" presetID="15" presetClass="entr" presetSubtype="0" fill="hold" nodeType="withEffect">
                                  <p:stCondLst>
                                    <p:cond delay="0"/>
                                  </p:stCondLst>
                                  <p:childTnLst>
                                    <p:set>
                                      <p:cBhvr>
                                        <p:cTn id="31" dur="1" fill="hold">
                                          <p:stCondLst>
                                            <p:cond delay="0"/>
                                          </p:stCondLst>
                                        </p:cTn>
                                        <p:tgtEl>
                                          <p:spTgt spid="20"/>
                                        </p:tgtEl>
                                        <p:attrNameLst>
                                          <p:attrName>style.visibility</p:attrName>
                                        </p:attrNameLst>
                                      </p:cBhvr>
                                      <p:to>
                                        <p:strVal val="visible"/>
                                      </p:to>
                                    </p:set>
                                    <p:anim calcmode="lin" valueType="num">
                                      <p:cBhvr>
                                        <p:cTn id="32" dur="1000" fill="hold"/>
                                        <p:tgtEl>
                                          <p:spTgt spid="20"/>
                                        </p:tgtEl>
                                        <p:attrNameLst>
                                          <p:attrName>ppt_w</p:attrName>
                                        </p:attrNameLst>
                                      </p:cBhvr>
                                      <p:tavLst>
                                        <p:tav tm="0">
                                          <p:val>
                                            <p:fltVal val="0"/>
                                          </p:val>
                                        </p:tav>
                                        <p:tav tm="100000">
                                          <p:val>
                                            <p:strVal val="#ppt_w"/>
                                          </p:val>
                                        </p:tav>
                                      </p:tavLst>
                                    </p:anim>
                                    <p:anim calcmode="lin" valueType="num">
                                      <p:cBhvr>
                                        <p:cTn id="33" dur="1000" fill="hold"/>
                                        <p:tgtEl>
                                          <p:spTgt spid="20"/>
                                        </p:tgtEl>
                                        <p:attrNameLst>
                                          <p:attrName>ppt_h</p:attrName>
                                        </p:attrNameLst>
                                      </p:cBhvr>
                                      <p:tavLst>
                                        <p:tav tm="0">
                                          <p:val>
                                            <p:fltVal val="0"/>
                                          </p:val>
                                        </p:tav>
                                        <p:tav tm="100000">
                                          <p:val>
                                            <p:strVal val="#ppt_h"/>
                                          </p:val>
                                        </p:tav>
                                      </p:tavLst>
                                    </p:anim>
                                    <p:anim calcmode="lin" valueType="num">
                                      <p:cBhvr>
                                        <p:cTn id="34" dur="1000" fill="hold"/>
                                        <p:tgtEl>
                                          <p:spTgt spid="20"/>
                                        </p:tgtEl>
                                        <p:attrNameLst>
                                          <p:attrName>ppt_x</p:attrName>
                                        </p:attrNameLst>
                                      </p:cBhvr>
                                      <p:tavLst>
                                        <p:tav tm="0" fmla="#ppt_x+(cos(-2*pi*(1-$))*-#ppt_x-sin(-2*pi*(1-$))*(1-#ppt_y))*(1-$)">
                                          <p:val>
                                            <p:fltVal val="0"/>
                                          </p:val>
                                        </p:tav>
                                        <p:tav tm="100000">
                                          <p:val>
                                            <p:fltVal val="1"/>
                                          </p:val>
                                        </p:tav>
                                      </p:tavLst>
                                    </p:anim>
                                    <p:anim calcmode="lin" valueType="num">
                                      <p:cBhvr>
                                        <p:cTn id="35" dur="1000" fill="hold"/>
                                        <p:tgtEl>
                                          <p:spTgt spid="20"/>
                                        </p:tgtEl>
                                        <p:attrNameLst>
                                          <p:attrName>ppt_y</p:attrName>
                                        </p:attrNameLst>
                                      </p:cBhvr>
                                      <p:tavLst>
                                        <p:tav tm="0" fmla="#ppt_y+(sin(-2*pi*(1-$))*-#ppt_x+cos(-2*pi*(1-$))*(1-#ppt_y))*(1-$)">
                                          <p:val>
                                            <p:fltVal val="0"/>
                                          </p:val>
                                        </p:tav>
                                        <p:tav tm="100000">
                                          <p:val>
                                            <p:fltVal val="1"/>
                                          </p:val>
                                        </p:tav>
                                      </p:tavLst>
                                    </p:anim>
                                  </p:childTnLst>
                                </p:cTn>
                              </p:par>
                              <p:par>
                                <p:cTn id="36" presetID="15" presetClass="entr" presetSubtype="0" fill="hold" nodeType="withEffect">
                                  <p:stCondLst>
                                    <p:cond delay="0"/>
                                  </p:stCondLst>
                                  <p:childTnLst>
                                    <p:set>
                                      <p:cBhvr>
                                        <p:cTn id="37" dur="1" fill="hold">
                                          <p:stCondLst>
                                            <p:cond delay="0"/>
                                          </p:stCondLst>
                                        </p:cTn>
                                        <p:tgtEl>
                                          <p:spTgt spid="22"/>
                                        </p:tgtEl>
                                        <p:attrNameLst>
                                          <p:attrName>style.visibility</p:attrName>
                                        </p:attrNameLst>
                                      </p:cBhvr>
                                      <p:to>
                                        <p:strVal val="visible"/>
                                      </p:to>
                                    </p:set>
                                    <p:anim calcmode="lin" valueType="num">
                                      <p:cBhvr>
                                        <p:cTn id="38" dur="1000" fill="hold"/>
                                        <p:tgtEl>
                                          <p:spTgt spid="22"/>
                                        </p:tgtEl>
                                        <p:attrNameLst>
                                          <p:attrName>ppt_w</p:attrName>
                                        </p:attrNameLst>
                                      </p:cBhvr>
                                      <p:tavLst>
                                        <p:tav tm="0">
                                          <p:val>
                                            <p:fltVal val="0"/>
                                          </p:val>
                                        </p:tav>
                                        <p:tav tm="100000">
                                          <p:val>
                                            <p:strVal val="#ppt_w"/>
                                          </p:val>
                                        </p:tav>
                                      </p:tavLst>
                                    </p:anim>
                                    <p:anim calcmode="lin" valueType="num">
                                      <p:cBhvr>
                                        <p:cTn id="39" dur="1000" fill="hold"/>
                                        <p:tgtEl>
                                          <p:spTgt spid="22"/>
                                        </p:tgtEl>
                                        <p:attrNameLst>
                                          <p:attrName>ppt_h</p:attrName>
                                        </p:attrNameLst>
                                      </p:cBhvr>
                                      <p:tavLst>
                                        <p:tav tm="0">
                                          <p:val>
                                            <p:fltVal val="0"/>
                                          </p:val>
                                        </p:tav>
                                        <p:tav tm="100000">
                                          <p:val>
                                            <p:strVal val="#ppt_h"/>
                                          </p:val>
                                        </p:tav>
                                      </p:tavLst>
                                    </p:anim>
                                    <p:anim calcmode="lin" valueType="num">
                                      <p:cBhvr>
                                        <p:cTn id="40" dur="1000" fill="hold"/>
                                        <p:tgtEl>
                                          <p:spTgt spid="22"/>
                                        </p:tgtEl>
                                        <p:attrNameLst>
                                          <p:attrName>ppt_x</p:attrName>
                                        </p:attrNameLst>
                                      </p:cBhvr>
                                      <p:tavLst>
                                        <p:tav tm="0" fmla="#ppt_x+(cos(-2*pi*(1-$))*-#ppt_x-sin(-2*pi*(1-$))*(1-#ppt_y))*(1-$)">
                                          <p:val>
                                            <p:fltVal val="0"/>
                                          </p:val>
                                        </p:tav>
                                        <p:tav tm="100000">
                                          <p:val>
                                            <p:fltVal val="1"/>
                                          </p:val>
                                        </p:tav>
                                      </p:tavLst>
                                    </p:anim>
                                    <p:anim calcmode="lin" valueType="num">
                                      <p:cBhvr>
                                        <p:cTn id="41" dur="1000" fill="hold"/>
                                        <p:tgtEl>
                                          <p:spTgt spid="2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2" fill="hold">
                      <p:stCondLst>
                        <p:cond delay="indefinite"/>
                      </p:stCondLst>
                      <p:childTnLst>
                        <p:par>
                          <p:cTn id="43" fill="hold">
                            <p:stCondLst>
                              <p:cond delay="0"/>
                            </p:stCondLst>
                            <p:childTnLst>
                              <p:par>
                                <p:cTn id="44" presetID="30" presetClass="entr" presetSubtype="0" fill="hold" nodeType="clickEffect">
                                  <p:stCondLst>
                                    <p:cond delay="0"/>
                                  </p:stCondLst>
                                  <p:childTnLst>
                                    <p:set>
                                      <p:cBhvr>
                                        <p:cTn id="45" dur="1" fill="hold">
                                          <p:stCondLst>
                                            <p:cond delay="0"/>
                                          </p:stCondLst>
                                        </p:cTn>
                                        <p:tgtEl>
                                          <p:spTgt spid="23">
                                            <p:txEl>
                                              <p:pRg st="0" end="0"/>
                                            </p:txEl>
                                          </p:spTgt>
                                        </p:tgtEl>
                                        <p:attrNameLst>
                                          <p:attrName>style.visibility</p:attrName>
                                        </p:attrNameLst>
                                      </p:cBhvr>
                                      <p:to>
                                        <p:strVal val="visible"/>
                                      </p:to>
                                    </p:set>
                                    <p:animEffect transition="in" filter="fade">
                                      <p:cBhvr>
                                        <p:cTn id="46" dur="800" decel="100000"/>
                                        <p:tgtEl>
                                          <p:spTgt spid="23">
                                            <p:txEl>
                                              <p:pRg st="0" end="0"/>
                                            </p:txEl>
                                          </p:spTgt>
                                        </p:tgtEl>
                                      </p:cBhvr>
                                    </p:animEffect>
                                    <p:anim calcmode="lin" valueType="num">
                                      <p:cBhvr>
                                        <p:cTn id="47" dur="800" decel="100000" fill="hold"/>
                                        <p:tgtEl>
                                          <p:spTgt spid="23">
                                            <p:txEl>
                                              <p:pRg st="0" end="0"/>
                                            </p:txEl>
                                          </p:spTgt>
                                        </p:tgtEl>
                                        <p:attrNameLst>
                                          <p:attrName>style.rotation</p:attrName>
                                        </p:attrNameLst>
                                      </p:cBhvr>
                                      <p:tavLst>
                                        <p:tav tm="0">
                                          <p:val>
                                            <p:fltVal val="-90"/>
                                          </p:val>
                                        </p:tav>
                                        <p:tav tm="100000">
                                          <p:val>
                                            <p:fltVal val="0"/>
                                          </p:val>
                                        </p:tav>
                                      </p:tavLst>
                                    </p:anim>
                                    <p:anim calcmode="lin" valueType="num">
                                      <p:cBhvr>
                                        <p:cTn id="48" dur="800" decel="100000" fill="hold"/>
                                        <p:tgtEl>
                                          <p:spTgt spid="23">
                                            <p:txEl>
                                              <p:pRg st="0" end="0"/>
                                            </p:txEl>
                                          </p:spTgt>
                                        </p:tgtEl>
                                        <p:attrNameLst>
                                          <p:attrName>ppt_x</p:attrName>
                                        </p:attrNameLst>
                                      </p:cBhvr>
                                      <p:tavLst>
                                        <p:tav tm="0">
                                          <p:val>
                                            <p:strVal val="#ppt_x+0.4"/>
                                          </p:val>
                                        </p:tav>
                                        <p:tav tm="100000">
                                          <p:val>
                                            <p:strVal val="#ppt_x-0.05"/>
                                          </p:val>
                                        </p:tav>
                                      </p:tavLst>
                                    </p:anim>
                                    <p:anim calcmode="lin" valueType="num">
                                      <p:cBhvr>
                                        <p:cTn id="49" dur="800" decel="100000" fill="hold"/>
                                        <p:tgtEl>
                                          <p:spTgt spid="23">
                                            <p:txEl>
                                              <p:pRg st="0" end="0"/>
                                            </p:txEl>
                                          </p:spTgt>
                                        </p:tgtEl>
                                        <p:attrNameLst>
                                          <p:attrName>ppt_y</p:attrName>
                                        </p:attrNameLst>
                                      </p:cBhvr>
                                      <p:tavLst>
                                        <p:tav tm="0">
                                          <p:val>
                                            <p:strVal val="#ppt_y-0.4"/>
                                          </p:val>
                                        </p:tav>
                                        <p:tav tm="100000">
                                          <p:val>
                                            <p:strVal val="#ppt_y+0.1"/>
                                          </p:val>
                                        </p:tav>
                                      </p:tavLst>
                                    </p:anim>
                                    <p:anim calcmode="lin" valueType="num">
                                      <p:cBhvr>
                                        <p:cTn id="50" dur="200" accel="100000" fill="hold">
                                          <p:stCondLst>
                                            <p:cond delay="800"/>
                                          </p:stCondLst>
                                        </p:cTn>
                                        <p:tgtEl>
                                          <p:spTgt spid="23">
                                            <p:txEl>
                                              <p:pRg st="0" end="0"/>
                                            </p:txEl>
                                          </p:spTgt>
                                        </p:tgtEl>
                                        <p:attrNameLst>
                                          <p:attrName>ppt_x</p:attrName>
                                        </p:attrNameLst>
                                      </p:cBhvr>
                                      <p:tavLst>
                                        <p:tav tm="0">
                                          <p:val>
                                            <p:strVal val="#ppt_x-0.05"/>
                                          </p:val>
                                        </p:tav>
                                        <p:tav tm="100000">
                                          <p:val>
                                            <p:strVal val="#ppt_x"/>
                                          </p:val>
                                        </p:tav>
                                      </p:tavLst>
                                    </p:anim>
                                    <p:anim calcmode="lin" valueType="num">
                                      <p:cBhvr>
                                        <p:cTn id="51" dur="200" accel="100000" fill="hold">
                                          <p:stCondLst>
                                            <p:cond delay="800"/>
                                          </p:stCondLst>
                                        </p:cTn>
                                        <p:tgtEl>
                                          <p:spTgt spid="23">
                                            <p:txEl>
                                              <p:pRg st="0" end="0"/>
                                            </p:txEl>
                                          </p:spTgt>
                                        </p:tgtEl>
                                        <p:attrNameLst>
                                          <p:attrName>ppt_y</p:attrName>
                                        </p:attrNameLst>
                                      </p:cBhvr>
                                      <p:tavLst>
                                        <p:tav tm="0">
                                          <p:val>
                                            <p:strVal val="#ppt_y+0.1"/>
                                          </p:val>
                                        </p:tav>
                                        <p:tav tm="100000">
                                          <p:val>
                                            <p:strVal val="#ppt_y"/>
                                          </p:val>
                                        </p:tav>
                                      </p:tavLst>
                                    </p:anim>
                                  </p:childTnLst>
                                </p:cTn>
                              </p:par>
                              <p:par>
                                <p:cTn id="52" presetID="30" presetClass="entr" presetSubtype="0" fill="hold" grpId="0" nodeType="with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800" decel="100000"/>
                                        <p:tgtEl>
                                          <p:spTgt spid="25"/>
                                        </p:tgtEl>
                                      </p:cBhvr>
                                    </p:animEffect>
                                    <p:anim calcmode="lin" valueType="num">
                                      <p:cBhvr>
                                        <p:cTn id="55" dur="800" decel="100000" fill="hold"/>
                                        <p:tgtEl>
                                          <p:spTgt spid="25"/>
                                        </p:tgtEl>
                                        <p:attrNameLst>
                                          <p:attrName>style.rotation</p:attrName>
                                        </p:attrNameLst>
                                      </p:cBhvr>
                                      <p:tavLst>
                                        <p:tav tm="0">
                                          <p:val>
                                            <p:fltVal val="-90"/>
                                          </p:val>
                                        </p:tav>
                                        <p:tav tm="100000">
                                          <p:val>
                                            <p:fltVal val="0"/>
                                          </p:val>
                                        </p:tav>
                                      </p:tavLst>
                                    </p:anim>
                                    <p:anim calcmode="lin" valueType="num">
                                      <p:cBhvr>
                                        <p:cTn id="56" dur="800" decel="100000" fill="hold"/>
                                        <p:tgtEl>
                                          <p:spTgt spid="25"/>
                                        </p:tgtEl>
                                        <p:attrNameLst>
                                          <p:attrName>ppt_x</p:attrName>
                                        </p:attrNameLst>
                                      </p:cBhvr>
                                      <p:tavLst>
                                        <p:tav tm="0">
                                          <p:val>
                                            <p:strVal val="#ppt_x+0.4"/>
                                          </p:val>
                                        </p:tav>
                                        <p:tav tm="100000">
                                          <p:val>
                                            <p:strVal val="#ppt_x-0.05"/>
                                          </p:val>
                                        </p:tav>
                                      </p:tavLst>
                                    </p:anim>
                                    <p:anim calcmode="lin" valueType="num">
                                      <p:cBhvr>
                                        <p:cTn id="57" dur="800" decel="100000" fill="hold"/>
                                        <p:tgtEl>
                                          <p:spTgt spid="25"/>
                                        </p:tgtEl>
                                        <p:attrNameLst>
                                          <p:attrName>ppt_y</p:attrName>
                                        </p:attrNameLst>
                                      </p:cBhvr>
                                      <p:tavLst>
                                        <p:tav tm="0">
                                          <p:val>
                                            <p:strVal val="#ppt_y-0.4"/>
                                          </p:val>
                                        </p:tav>
                                        <p:tav tm="100000">
                                          <p:val>
                                            <p:strVal val="#ppt_y+0.1"/>
                                          </p:val>
                                        </p:tav>
                                      </p:tavLst>
                                    </p:anim>
                                    <p:anim calcmode="lin" valueType="num">
                                      <p:cBhvr>
                                        <p:cTn id="58" dur="200" accel="100000" fill="hold">
                                          <p:stCondLst>
                                            <p:cond delay="800"/>
                                          </p:stCondLst>
                                        </p:cTn>
                                        <p:tgtEl>
                                          <p:spTgt spid="25"/>
                                        </p:tgtEl>
                                        <p:attrNameLst>
                                          <p:attrName>ppt_x</p:attrName>
                                        </p:attrNameLst>
                                      </p:cBhvr>
                                      <p:tavLst>
                                        <p:tav tm="0">
                                          <p:val>
                                            <p:strVal val="#ppt_x-0.05"/>
                                          </p:val>
                                        </p:tav>
                                        <p:tav tm="100000">
                                          <p:val>
                                            <p:strVal val="#ppt_x"/>
                                          </p:val>
                                        </p:tav>
                                      </p:tavLst>
                                    </p:anim>
                                    <p:anim calcmode="lin" valueType="num">
                                      <p:cBhvr>
                                        <p:cTn id="59" dur="200" accel="100000" fill="hold">
                                          <p:stCondLst>
                                            <p:cond delay="800"/>
                                          </p:stCondLst>
                                        </p:cTn>
                                        <p:tgtEl>
                                          <p:spTgt spid="25"/>
                                        </p:tgtEl>
                                        <p:attrNameLst>
                                          <p:attrName>ppt_y</p:attrName>
                                        </p:attrNameLst>
                                      </p:cBhvr>
                                      <p:tavLst>
                                        <p:tav tm="0">
                                          <p:val>
                                            <p:strVal val="#ppt_y+0.1"/>
                                          </p:val>
                                        </p:tav>
                                        <p:tav tm="100000">
                                          <p:val>
                                            <p:strVal val="#ppt_y"/>
                                          </p:val>
                                        </p:tav>
                                      </p:tavLst>
                                    </p:anim>
                                  </p:childTnLst>
                                </p:cTn>
                              </p:par>
                              <p:par>
                                <p:cTn id="60" presetID="30" presetClass="entr" presetSubtype="0" fill="hold" grpId="0" nodeType="with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fade">
                                      <p:cBhvr>
                                        <p:cTn id="62" dur="800" decel="100000"/>
                                        <p:tgtEl>
                                          <p:spTgt spid="27"/>
                                        </p:tgtEl>
                                      </p:cBhvr>
                                    </p:animEffect>
                                    <p:anim calcmode="lin" valueType="num">
                                      <p:cBhvr>
                                        <p:cTn id="63" dur="800" decel="100000" fill="hold"/>
                                        <p:tgtEl>
                                          <p:spTgt spid="27"/>
                                        </p:tgtEl>
                                        <p:attrNameLst>
                                          <p:attrName>style.rotation</p:attrName>
                                        </p:attrNameLst>
                                      </p:cBhvr>
                                      <p:tavLst>
                                        <p:tav tm="0">
                                          <p:val>
                                            <p:fltVal val="-90"/>
                                          </p:val>
                                        </p:tav>
                                        <p:tav tm="100000">
                                          <p:val>
                                            <p:fltVal val="0"/>
                                          </p:val>
                                        </p:tav>
                                      </p:tavLst>
                                    </p:anim>
                                    <p:anim calcmode="lin" valueType="num">
                                      <p:cBhvr>
                                        <p:cTn id="64" dur="800" decel="100000" fill="hold"/>
                                        <p:tgtEl>
                                          <p:spTgt spid="27"/>
                                        </p:tgtEl>
                                        <p:attrNameLst>
                                          <p:attrName>ppt_x</p:attrName>
                                        </p:attrNameLst>
                                      </p:cBhvr>
                                      <p:tavLst>
                                        <p:tav tm="0">
                                          <p:val>
                                            <p:strVal val="#ppt_x+0.4"/>
                                          </p:val>
                                        </p:tav>
                                        <p:tav tm="100000">
                                          <p:val>
                                            <p:strVal val="#ppt_x-0.05"/>
                                          </p:val>
                                        </p:tav>
                                      </p:tavLst>
                                    </p:anim>
                                    <p:anim calcmode="lin" valueType="num">
                                      <p:cBhvr>
                                        <p:cTn id="65" dur="800" decel="100000" fill="hold"/>
                                        <p:tgtEl>
                                          <p:spTgt spid="27"/>
                                        </p:tgtEl>
                                        <p:attrNameLst>
                                          <p:attrName>ppt_y</p:attrName>
                                        </p:attrNameLst>
                                      </p:cBhvr>
                                      <p:tavLst>
                                        <p:tav tm="0">
                                          <p:val>
                                            <p:strVal val="#ppt_y-0.4"/>
                                          </p:val>
                                        </p:tav>
                                        <p:tav tm="100000">
                                          <p:val>
                                            <p:strVal val="#ppt_y+0.1"/>
                                          </p:val>
                                        </p:tav>
                                      </p:tavLst>
                                    </p:anim>
                                    <p:anim calcmode="lin" valueType="num">
                                      <p:cBhvr>
                                        <p:cTn id="66" dur="200" accel="100000" fill="hold">
                                          <p:stCondLst>
                                            <p:cond delay="800"/>
                                          </p:stCondLst>
                                        </p:cTn>
                                        <p:tgtEl>
                                          <p:spTgt spid="27"/>
                                        </p:tgtEl>
                                        <p:attrNameLst>
                                          <p:attrName>ppt_x</p:attrName>
                                        </p:attrNameLst>
                                      </p:cBhvr>
                                      <p:tavLst>
                                        <p:tav tm="0">
                                          <p:val>
                                            <p:strVal val="#ppt_x-0.05"/>
                                          </p:val>
                                        </p:tav>
                                        <p:tav tm="100000">
                                          <p:val>
                                            <p:strVal val="#ppt_x"/>
                                          </p:val>
                                        </p:tav>
                                      </p:tavLst>
                                    </p:anim>
                                    <p:anim calcmode="lin" valueType="num">
                                      <p:cBhvr>
                                        <p:cTn id="67" dur="200" accel="100000" fill="hold">
                                          <p:stCondLst>
                                            <p:cond delay="800"/>
                                          </p:stCondLst>
                                        </p:cTn>
                                        <p:tgtEl>
                                          <p:spTgt spid="27"/>
                                        </p:tgtEl>
                                        <p:attrNameLst>
                                          <p:attrName>ppt_y</p:attrName>
                                        </p:attrNameLst>
                                      </p:cBhvr>
                                      <p:tavLst>
                                        <p:tav tm="0">
                                          <p:val>
                                            <p:strVal val="#ppt_y+0.1"/>
                                          </p:val>
                                        </p:tav>
                                        <p:tav tm="100000">
                                          <p:val>
                                            <p:strVal val="#ppt_y"/>
                                          </p:val>
                                        </p:tav>
                                      </p:tavLst>
                                    </p:anim>
                                  </p:childTnLst>
                                </p:cTn>
                              </p:par>
                              <p:par>
                                <p:cTn id="68" presetID="30" presetClass="entr" presetSubtype="0" fill="hold" grpId="0" nodeType="with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800" decel="100000"/>
                                        <p:tgtEl>
                                          <p:spTgt spid="29"/>
                                        </p:tgtEl>
                                      </p:cBhvr>
                                    </p:animEffect>
                                    <p:anim calcmode="lin" valueType="num">
                                      <p:cBhvr>
                                        <p:cTn id="71" dur="800" decel="100000" fill="hold"/>
                                        <p:tgtEl>
                                          <p:spTgt spid="29"/>
                                        </p:tgtEl>
                                        <p:attrNameLst>
                                          <p:attrName>style.rotation</p:attrName>
                                        </p:attrNameLst>
                                      </p:cBhvr>
                                      <p:tavLst>
                                        <p:tav tm="0">
                                          <p:val>
                                            <p:fltVal val="-90"/>
                                          </p:val>
                                        </p:tav>
                                        <p:tav tm="100000">
                                          <p:val>
                                            <p:fltVal val="0"/>
                                          </p:val>
                                        </p:tav>
                                      </p:tavLst>
                                    </p:anim>
                                    <p:anim calcmode="lin" valueType="num">
                                      <p:cBhvr>
                                        <p:cTn id="72" dur="800" decel="100000" fill="hold"/>
                                        <p:tgtEl>
                                          <p:spTgt spid="29"/>
                                        </p:tgtEl>
                                        <p:attrNameLst>
                                          <p:attrName>ppt_x</p:attrName>
                                        </p:attrNameLst>
                                      </p:cBhvr>
                                      <p:tavLst>
                                        <p:tav tm="0">
                                          <p:val>
                                            <p:strVal val="#ppt_x+0.4"/>
                                          </p:val>
                                        </p:tav>
                                        <p:tav tm="100000">
                                          <p:val>
                                            <p:strVal val="#ppt_x-0.05"/>
                                          </p:val>
                                        </p:tav>
                                      </p:tavLst>
                                    </p:anim>
                                    <p:anim calcmode="lin" valueType="num">
                                      <p:cBhvr>
                                        <p:cTn id="73" dur="800" decel="100000" fill="hold"/>
                                        <p:tgtEl>
                                          <p:spTgt spid="29"/>
                                        </p:tgtEl>
                                        <p:attrNameLst>
                                          <p:attrName>ppt_y</p:attrName>
                                        </p:attrNameLst>
                                      </p:cBhvr>
                                      <p:tavLst>
                                        <p:tav tm="0">
                                          <p:val>
                                            <p:strVal val="#ppt_y-0.4"/>
                                          </p:val>
                                        </p:tav>
                                        <p:tav tm="100000">
                                          <p:val>
                                            <p:strVal val="#ppt_y+0.1"/>
                                          </p:val>
                                        </p:tav>
                                      </p:tavLst>
                                    </p:anim>
                                    <p:anim calcmode="lin" valueType="num">
                                      <p:cBhvr>
                                        <p:cTn id="74" dur="200" accel="100000" fill="hold">
                                          <p:stCondLst>
                                            <p:cond delay="800"/>
                                          </p:stCondLst>
                                        </p:cTn>
                                        <p:tgtEl>
                                          <p:spTgt spid="29"/>
                                        </p:tgtEl>
                                        <p:attrNameLst>
                                          <p:attrName>ppt_x</p:attrName>
                                        </p:attrNameLst>
                                      </p:cBhvr>
                                      <p:tavLst>
                                        <p:tav tm="0">
                                          <p:val>
                                            <p:strVal val="#ppt_x-0.05"/>
                                          </p:val>
                                        </p:tav>
                                        <p:tav tm="100000">
                                          <p:val>
                                            <p:strVal val="#ppt_x"/>
                                          </p:val>
                                        </p:tav>
                                      </p:tavLst>
                                    </p:anim>
                                    <p:anim calcmode="lin" valueType="num">
                                      <p:cBhvr>
                                        <p:cTn id="75" dur="200" accel="100000" fill="hold">
                                          <p:stCondLst>
                                            <p:cond delay="800"/>
                                          </p:stCondLst>
                                        </p:cTn>
                                        <p:tgtEl>
                                          <p:spTgt spid="29"/>
                                        </p:tgtEl>
                                        <p:attrNameLst>
                                          <p:attrName>ppt_y</p:attrName>
                                        </p:attrNameLst>
                                      </p:cBhvr>
                                      <p:tavLst>
                                        <p:tav tm="0">
                                          <p:val>
                                            <p:strVal val="#ppt_y+0.1"/>
                                          </p:val>
                                        </p:tav>
                                        <p:tav tm="100000">
                                          <p:val>
                                            <p:strVal val="#ppt_y"/>
                                          </p:val>
                                        </p:tav>
                                      </p:tavLst>
                                    </p:anim>
                                  </p:childTnLst>
                                </p:cTn>
                              </p:par>
                              <p:par>
                                <p:cTn id="76" presetID="30" presetClass="entr" presetSubtype="0" fill="hold" grpId="0" nodeType="withEffect">
                                  <p:stCondLst>
                                    <p:cond delay="0"/>
                                  </p:stCondLst>
                                  <p:childTnLst>
                                    <p:set>
                                      <p:cBhvr>
                                        <p:cTn id="77" dur="1" fill="hold">
                                          <p:stCondLst>
                                            <p:cond delay="0"/>
                                          </p:stCondLst>
                                        </p:cTn>
                                        <p:tgtEl>
                                          <p:spTgt spid="31"/>
                                        </p:tgtEl>
                                        <p:attrNameLst>
                                          <p:attrName>style.visibility</p:attrName>
                                        </p:attrNameLst>
                                      </p:cBhvr>
                                      <p:to>
                                        <p:strVal val="visible"/>
                                      </p:to>
                                    </p:set>
                                    <p:animEffect transition="in" filter="fade">
                                      <p:cBhvr>
                                        <p:cTn id="78" dur="800" decel="100000"/>
                                        <p:tgtEl>
                                          <p:spTgt spid="31"/>
                                        </p:tgtEl>
                                      </p:cBhvr>
                                    </p:animEffect>
                                    <p:anim calcmode="lin" valueType="num">
                                      <p:cBhvr>
                                        <p:cTn id="79" dur="800" decel="100000" fill="hold"/>
                                        <p:tgtEl>
                                          <p:spTgt spid="31"/>
                                        </p:tgtEl>
                                        <p:attrNameLst>
                                          <p:attrName>style.rotation</p:attrName>
                                        </p:attrNameLst>
                                      </p:cBhvr>
                                      <p:tavLst>
                                        <p:tav tm="0">
                                          <p:val>
                                            <p:fltVal val="-90"/>
                                          </p:val>
                                        </p:tav>
                                        <p:tav tm="100000">
                                          <p:val>
                                            <p:fltVal val="0"/>
                                          </p:val>
                                        </p:tav>
                                      </p:tavLst>
                                    </p:anim>
                                    <p:anim calcmode="lin" valueType="num">
                                      <p:cBhvr>
                                        <p:cTn id="80" dur="800" decel="100000" fill="hold"/>
                                        <p:tgtEl>
                                          <p:spTgt spid="31"/>
                                        </p:tgtEl>
                                        <p:attrNameLst>
                                          <p:attrName>ppt_x</p:attrName>
                                        </p:attrNameLst>
                                      </p:cBhvr>
                                      <p:tavLst>
                                        <p:tav tm="0">
                                          <p:val>
                                            <p:strVal val="#ppt_x+0.4"/>
                                          </p:val>
                                        </p:tav>
                                        <p:tav tm="100000">
                                          <p:val>
                                            <p:strVal val="#ppt_x-0.05"/>
                                          </p:val>
                                        </p:tav>
                                      </p:tavLst>
                                    </p:anim>
                                    <p:anim calcmode="lin" valueType="num">
                                      <p:cBhvr>
                                        <p:cTn id="81" dur="800" decel="100000" fill="hold"/>
                                        <p:tgtEl>
                                          <p:spTgt spid="31"/>
                                        </p:tgtEl>
                                        <p:attrNameLst>
                                          <p:attrName>ppt_y</p:attrName>
                                        </p:attrNameLst>
                                      </p:cBhvr>
                                      <p:tavLst>
                                        <p:tav tm="0">
                                          <p:val>
                                            <p:strVal val="#ppt_y-0.4"/>
                                          </p:val>
                                        </p:tav>
                                        <p:tav tm="100000">
                                          <p:val>
                                            <p:strVal val="#ppt_y+0.1"/>
                                          </p:val>
                                        </p:tav>
                                      </p:tavLst>
                                    </p:anim>
                                    <p:anim calcmode="lin" valueType="num">
                                      <p:cBhvr>
                                        <p:cTn id="82" dur="200" accel="100000" fill="hold">
                                          <p:stCondLst>
                                            <p:cond delay="800"/>
                                          </p:stCondLst>
                                        </p:cTn>
                                        <p:tgtEl>
                                          <p:spTgt spid="31"/>
                                        </p:tgtEl>
                                        <p:attrNameLst>
                                          <p:attrName>ppt_x</p:attrName>
                                        </p:attrNameLst>
                                      </p:cBhvr>
                                      <p:tavLst>
                                        <p:tav tm="0">
                                          <p:val>
                                            <p:strVal val="#ppt_x-0.05"/>
                                          </p:val>
                                        </p:tav>
                                        <p:tav tm="100000">
                                          <p:val>
                                            <p:strVal val="#ppt_x"/>
                                          </p:val>
                                        </p:tav>
                                      </p:tavLst>
                                    </p:anim>
                                    <p:anim calcmode="lin" valueType="num">
                                      <p:cBhvr>
                                        <p:cTn id="83" dur="200" accel="100000" fill="hold">
                                          <p:stCondLst>
                                            <p:cond delay="800"/>
                                          </p:stCondLst>
                                        </p:cTn>
                                        <p:tgtEl>
                                          <p:spTgt spid="3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animBg="1"/>
      <p:bldP spid="25" grpId="0"/>
      <p:bldP spid="27" grpId="0"/>
      <p:bldP spid="29" grpId="0"/>
      <p:bldP spid="31" grpId="0"/>
    </p:bldLst>
  </p:timing>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533</TotalTime>
  <Words>515</Words>
  <Application>Microsoft Office PowerPoint</Application>
  <PresentationFormat>Widescreen</PresentationFormat>
  <Paragraphs>77</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Ra</vt:lpstr>
      <vt:lpstr>Raleway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Kaye Engbino</dc:creator>
  <cp:lastModifiedBy>Kaye Engbino</cp:lastModifiedBy>
  <cp:revision>41</cp:revision>
  <dcterms:created xsi:type="dcterms:W3CDTF">2020-09-19T07:39:42Z</dcterms:created>
  <dcterms:modified xsi:type="dcterms:W3CDTF">2020-09-19T16:34:01Z</dcterms:modified>
</cp:coreProperties>
</file>