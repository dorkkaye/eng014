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F17065-184D-4274-B2AE-81F483DD1360}">
          <p14:sldIdLst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66" d="100"/>
          <a:sy n="66" d="100"/>
        </p:scale>
        <p:origin x="100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chartColorStyle" Target="colors1.xml"/><Relationship Id="rId1" Type="http://schemas.microsoft.com/office/2011/relationships/chartStyle" Target="style1.xml"/><Relationship Id="rId6" Type="http://schemas.openxmlformats.org/officeDocument/2006/relationships/package" Target="../embeddings/Microsoft_Excel_Worksheet.xlsx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483734513167976E-2"/>
          <c:y val="0.19883567535085128"/>
          <c:w val="0.92687733759842517"/>
          <c:h val="0.733244541508086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blipFill>
                <a:blip xmlns:r="http://schemas.openxmlformats.org/officeDocument/2006/relationships"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A5C7-474E-9A86-D969A9072A0C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3000" b="1" dirty="0">
                        <a:solidFill>
                          <a:srgbClr val="E8E9EB"/>
                        </a:solidFill>
                        <a:latin typeface="Tw Cen MT" panose="020B0602020104020603" pitchFamily="34" charset="0"/>
                      </a:rPr>
                      <a:t>65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5C7-474E-9A86-D969A9072A0C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3000" b="1" i="0" u="none" strike="noStrike" kern="1200" baseline="0" dirty="0">
                        <a:solidFill>
                          <a:srgbClr val="E8E9EB"/>
                        </a:solidFill>
                        <a:latin typeface="Tw Cen MT" panose="020B0602020104020603" pitchFamily="34" charset="0"/>
                      </a:rPr>
                      <a:t>22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5C7-474E-9A86-D969A9072A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SEPTEMBER 24 – SEPTEMBER 30 2020</c:v>
                </c:pt>
                <c:pt idx="1">
                  <c:v>OCTOBER 1 – OCTOBER 7 2020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C7-474E-9A86-D969A9072A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DEATHS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3000" b="1" dirty="0">
                        <a:solidFill>
                          <a:srgbClr val="E8E9EB"/>
                        </a:solidFill>
                        <a:latin typeface="Tw Cen MT" panose="020B0602020104020603" pitchFamily="34" charset="0"/>
                      </a:rPr>
                      <a:t>7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A5C7-474E-9A86-D969A9072A0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3000" b="1" i="0" u="none" strike="noStrike" kern="1200" baseline="0" dirty="0">
                        <a:solidFill>
                          <a:srgbClr val="E8E9EB"/>
                        </a:solidFill>
                        <a:latin typeface="Tw Cen MT" panose="020B0602020104020603" pitchFamily="34" charset="0"/>
                      </a:rPr>
                      <a:t>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A5C7-474E-9A86-D969A9072A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SEPTEMBER 24 – SEPTEMBER 30 2020</c:v>
                </c:pt>
                <c:pt idx="1">
                  <c:v>OCTOBER 1 – OCTOBER 7 2020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C7-474E-9A86-D969A9072A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RECOVERIES</c:v>
                </c:pt>
              </c:strCache>
            </c:strRef>
          </c:tx>
          <c:spPr>
            <a:blipFill>
              <a:blip xmlns:r="http://schemas.openxmlformats.org/officeDocument/2006/relationships" r:embed="rId5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0" i="0" u="none" strike="noStrike" kern="120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3000" b="1" dirty="0">
                        <a:solidFill>
                          <a:srgbClr val="E8E9EB"/>
                        </a:solidFill>
                        <a:latin typeface="Tw Cen MT" panose="020B0602020104020603" pitchFamily="34" charset="0"/>
                      </a:rPr>
                      <a:t>67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5C7-474E-9A86-D969A9072A0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3000" b="1" i="0" u="none" strike="noStrike" kern="1200" baseline="0" dirty="0">
                        <a:solidFill>
                          <a:srgbClr val="E8E9EB"/>
                        </a:solidFill>
                        <a:latin typeface="Tw Cen MT" panose="020B0602020104020603" pitchFamily="34" charset="0"/>
                      </a:rPr>
                      <a:t>112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5C7-474E-9A86-D969A9072A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SEPTEMBER 24 – SEPTEMBER 30 2020</c:v>
                </c:pt>
                <c:pt idx="1">
                  <c:v>OCTOBER 1 – OCTOBER 7 2020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67</c:v>
                </c:pt>
                <c:pt idx="1">
                  <c:v>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C7-474E-9A86-D969A9072A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8"/>
        <c:axId val="643381000"/>
        <c:axId val="643381656"/>
      </c:barChart>
      <c:catAx>
        <c:axId val="6433810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43381656"/>
        <c:crosses val="autoZero"/>
        <c:auto val="1"/>
        <c:lblAlgn val="ctr"/>
        <c:lblOffset val="100"/>
        <c:noMultiLvlLbl val="0"/>
      </c:catAx>
      <c:valAx>
        <c:axId val="6433816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43381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6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6C04-AFAB-4598-8E2F-1F2B9DAD7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CF2AE-DA35-475B-8D8B-7C49632DA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82BA1-B0FC-409F-8B98-9B2A08DCF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C8E0-DD95-4751-ABD5-A681F82D2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733F5-4967-4FF1-94CF-BA36BD5F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1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DC02-DCC7-49A0-9269-8BEA6231A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77DC9-74D2-40C4-9A90-72ACB017D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071F7-F1CF-4F79-A400-7214C0D4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8A4FD-E565-46E0-8743-56F62BDE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6524A-C872-4529-A103-DD64DA5B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55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D695-D95B-4AAD-8BB1-69AADC281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468BF-94A6-4971-99C8-9CC0F6FF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9EC4E-0A28-4553-AD92-14834CF85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45E18-8A4F-4BA9-AECE-35F074898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E5E8A-250F-4660-9FAE-2DA8DBD7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5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534B-8D42-41EC-910E-A373B51E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41301-B4CC-4045-BF26-9DA2B7DB6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C3F31-4FF0-4D62-888F-6271EA8D2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07C3D-6583-44D2-9884-AEB70771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5E128-4A2B-46ED-A954-32876598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9BCDA-E90A-40A1-8CB1-BAA692F0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25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1CCCF-A2C1-4285-ABA4-05624B185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495E1-7F26-4CD6-9E86-1C4D55285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D2185-F0CF-4D87-B4BA-6B0804357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7CFC8C-46E8-421B-AD2D-1150FF6F1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171E2-CE4F-405D-8EC2-16A4180B9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74A835-C318-432F-AEE0-CBC1EB11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E3D762-D206-4663-96D8-CC4AA2FE0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29388-768B-428B-9518-7E4A978A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48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F636-8289-4EA3-93A9-D8461FD89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1732F-E150-4E46-B114-DBFC3743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97FAC-67CE-457D-9014-789B3827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47C16-165E-43B0-9E94-581E0B49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5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CF242-A12D-43BC-AEE7-D00500BD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BFF8D5-EAFE-4F2F-BBC1-AE931757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DD868-716D-472A-B1E2-EF1FBB7B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5C1B-8CAB-44CC-A0FA-89612755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E48A-E65E-43B4-AED0-10E13E38C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1DCD7-488A-45D2-87D0-00285AE3C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943BC-AB9E-465F-B5EB-D696187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51C6B-469E-479A-9AC3-0BDB2F5C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5AE9A-A7B4-44C0-8654-7CBD5CF2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1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3F7B-9F03-4E05-8E90-F55316A14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78F98-7156-4B2F-AF5E-69158F81C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49006-24BB-43CA-8D14-640B823BA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70D24-090E-46EC-8426-0997093F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E15B3-9DD6-4B60-AD9A-72B22E48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0468F-8B29-4ECD-8F8F-F35ED93A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6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D42D-D2C0-41E5-8953-09CBFF74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B296E-C63E-46B3-9B3C-1E583061A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C9720-ABB5-42B8-A147-124CBC64F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B0A77-877E-47C3-90DF-0AA94B63E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A0928-DCD0-4AF8-8874-29ED55BD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9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CF792-4D1B-490F-99E2-390B871CE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1C412-06EC-4C23-AF7E-6C844F8CE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F1307-FC66-4B2D-A60A-8E23FD74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465AB-DC4F-4376-ABFA-89C2DD7D0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2D3CE-47AD-483C-B822-F7B4CC23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8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F1A01-DBE0-4D88-B71A-CD9D5E88B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69A96-2C50-49EE-BA8D-8203F23EF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6AA65-69C2-4175-AF58-1E90956A7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D0D44-FFC1-4492-B1DF-0C616501FF7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A64BD-F830-40AA-A9D3-7B78B9E7D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19D08-8643-4B10-954F-802606407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E00B3-4AD7-480D-91D0-2877F8E1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9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EE00399-4A1A-462A-AA53-B4EC0029A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3050248"/>
              </p:ext>
            </p:extLst>
          </p:nvPr>
        </p:nvGraphicFramePr>
        <p:xfrm>
          <a:off x="584200" y="-1306285"/>
          <a:ext cx="10983686" cy="7754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462AB7-7201-419C-A9AF-FC85A0B8A655}"/>
              </a:ext>
            </a:extLst>
          </p:cNvPr>
          <p:cNvSpPr txBox="1"/>
          <p:nvPr/>
        </p:nvSpPr>
        <p:spPr>
          <a:xfrm>
            <a:off x="1041400" y="130629"/>
            <a:ext cx="101092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6"/>
                </a:solidFill>
                <a:latin typeface="Tw Cen MT" panose="020B0602020104020603" pitchFamily="34" charset="0"/>
              </a:rPr>
              <a:t>COVID19 CASES IN CEBU CITY, PHILIPPINES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4DC1E2-D8C7-47C8-8284-3547A4F268DE}"/>
              </a:ext>
            </a:extLst>
          </p:cNvPr>
          <p:cNvSpPr/>
          <p:nvPr/>
        </p:nvSpPr>
        <p:spPr>
          <a:xfrm>
            <a:off x="1132114" y="5936342"/>
            <a:ext cx="4731657" cy="92165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Condensed" panose="020B0806030504020204" pitchFamily="34" charset="0"/>
              <a:ea typeface="Open Sans Condensed" panose="020B0806030504020204" pitchFamily="34" charset="0"/>
              <a:cs typeface="Open Sans Condensed" panose="020B0806030504020204" pitchFamily="34" charset="0"/>
            </a:endParaRPr>
          </a:p>
          <a:p>
            <a:pPr algn="ctr"/>
            <a:r>
              <a:rPr lang="en-US" dirty="0"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SEPTEMBER 24 – SEPTEMBER 30 2020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DA8479-7AA8-49FB-94A7-346107567B93}"/>
              </a:ext>
            </a:extLst>
          </p:cNvPr>
          <p:cNvSpPr/>
          <p:nvPr/>
        </p:nvSpPr>
        <p:spPr>
          <a:xfrm>
            <a:off x="6139543" y="5936342"/>
            <a:ext cx="4731657" cy="92165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Condensed" panose="020B0806030504020204" pitchFamily="34" charset="0"/>
              <a:ea typeface="Open Sans Condensed" panose="020B0806030504020204" pitchFamily="34" charset="0"/>
              <a:cs typeface="Open Sans Condensed" panose="020B0806030504020204" pitchFamily="34" charset="0"/>
            </a:endParaRPr>
          </a:p>
          <a:p>
            <a:pPr algn="ctr"/>
            <a:r>
              <a:rPr lang="en-US" dirty="0">
                <a:latin typeface="Open Sans Condensed" panose="020B0806030504020204" pitchFamily="34" charset="0"/>
                <a:ea typeface="Open Sans Condensed" panose="020B0806030504020204" pitchFamily="34" charset="0"/>
                <a:cs typeface="Open Sans Condensed" panose="020B0806030504020204" pitchFamily="34" charset="0"/>
              </a:rPr>
              <a:t>OCTOBER 1 – OCTOBER 7 2020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3E11F7-5F22-4896-9210-0A9F590025CF}"/>
              </a:ext>
            </a:extLst>
          </p:cNvPr>
          <p:cNvSpPr txBox="1"/>
          <p:nvPr/>
        </p:nvSpPr>
        <p:spPr>
          <a:xfrm>
            <a:off x="-2315028" y="688003"/>
            <a:ext cx="6223580" cy="37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w Cen MT" panose="020B0602020104020603" pitchFamily="34" charset="0"/>
              </a:rPr>
              <a:t>				WEEKLY COMPARISON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C36986-AF04-45BD-A9AF-F72EB03857D5}"/>
              </a:ext>
            </a:extLst>
          </p:cNvPr>
          <p:cNvSpPr txBox="1"/>
          <p:nvPr/>
        </p:nvSpPr>
        <p:spPr>
          <a:xfrm>
            <a:off x="1743924" y="5918204"/>
            <a:ext cx="2273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Tw Cen MT" panose="020B0602020104020603" pitchFamily="34" charset="0"/>
              </a:rPr>
              <a:t>CASES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ED3691-8D7D-4901-ADDF-620E182E77C1}"/>
              </a:ext>
            </a:extLst>
          </p:cNvPr>
          <p:cNvSpPr txBox="1"/>
          <p:nvPr/>
        </p:nvSpPr>
        <p:spPr>
          <a:xfrm>
            <a:off x="3021182" y="5918206"/>
            <a:ext cx="2273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Tw Cen MT" panose="020B0602020104020603" pitchFamily="34" charset="0"/>
              </a:rPr>
              <a:t>DEATHS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54F8E4-8DBA-4A57-9A79-419719D5A284}"/>
              </a:ext>
            </a:extLst>
          </p:cNvPr>
          <p:cNvSpPr txBox="1"/>
          <p:nvPr/>
        </p:nvSpPr>
        <p:spPr>
          <a:xfrm>
            <a:off x="4269411" y="5918207"/>
            <a:ext cx="2273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  <a:latin typeface="Tw Cen MT" panose="020B0602020104020603" pitchFamily="34" charset="0"/>
              </a:rPr>
              <a:t>RECOVERIES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B43702-25C0-47DC-9F84-06D13546B376}"/>
              </a:ext>
            </a:extLst>
          </p:cNvPr>
          <p:cNvSpPr txBox="1"/>
          <p:nvPr/>
        </p:nvSpPr>
        <p:spPr>
          <a:xfrm>
            <a:off x="6852953" y="5874662"/>
            <a:ext cx="2273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Tw Cen MT" panose="020B0602020104020603" pitchFamily="34" charset="0"/>
              </a:rPr>
              <a:t>CASES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B142C0-11F5-4A62-B993-9C54DCFA1D2E}"/>
              </a:ext>
            </a:extLst>
          </p:cNvPr>
          <p:cNvSpPr txBox="1"/>
          <p:nvPr/>
        </p:nvSpPr>
        <p:spPr>
          <a:xfrm>
            <a:off x="8130211" y="5874664"/>
            <a:ext cx="2273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Tw Cen MT" panose="020B0602020104020603" pitchFamily="34" charset="0"/>
              </a:rPr>
              <a:t>DEATHS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57B2B4-332C-49D1-8EDA-409BA8783E95}"/>
              </a:ext>
            </a:extLst>
          </p:cNvPr>
          <p:cNvSpPr txBox="1"/>
          <p:nvPr/>
        </p:nvSpPr>
        <p:spPr>
          <a:xfrm>
            <a:off x="9363925" y="5874664"/>
            <a:ext cx="2273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  <a:latin typeface="Tw Cen MT" panose="020B0602020104020603" pitchFamily="34" charset="0"/>
              </a:rPr>
              <a:t>RECOVERIES</a:t>
            </a:r>
          </a:p>
        </p:txBody>
      </p:sp>
    </p:spTree>
    <p:extLst>
      <p:ext uri="{BB962C8B-B14F-4D97-AF65-F5344CB8AC3E}">
        <p14:creationId xmlns:p14="http://schemas.microsoft.com/office/powerpoint/2010/main" val="267152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Coolors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E63946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37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Open Sans Condensed</vt:lpstr>
      <vt:lpstr>Tw Cen MT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Kaye Engbino</dc:creator>
  <cp:lastModifiedBy>Kaye Engbino</cp:lastModifiedBy>
  <cp:revision>6</cp:revision>
  <dcterms:created xsi:type="dcterms:W3CDTF">2020-10-08T18:24:05Z</dcterms:created>
  <dcterms:modified xsi:type="dcterms:W3CDTF">2020-10-08T19:19:23Z</dcterms:modified>
</cp:coreProperties>
</file>